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70" r:id="rId2"/>
    <p:sldId id="271" r:id="rId3"/>
    <p:sldId id="272" r:id="rId4"/>
    <p:sldId id="274" r:id="rId5"/>
    <p:sldId id="273" r:id="rId6"/>
    <p:sldId id="275" r:id="rId7"/>
    <p:sldId id="280" r:id="rId8"/>
    <p:sldId id="281" r:id="rId9"/>
    <p:sldId id="282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9AC86A-A306-4B79-8B61-341F4C0B829C}" v="81" dt="2026-02-06T15:40:09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5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Artigas" userId="42ae03ea-1a61-40b2-ae6f-f86aa1c7396f" providerId="ADAL" clId="{38AB3A60-5BAC-4A05-936B-1838DFB0DA9B}"/>
    <pc:docChg chg="undo custSel addSld delSld modSld sldOrd">
      <pc:chgData name="Fernando Artigas" userId="42ae03ea-1a61-40b2-ae6f-f86aa1c7396f" providerId="ADAL" clId="{38AB3A60-5BAC-4A05-936B-1838DFB0DA9B}" dt="2026-02-06T15:40:30.788" v="988" actId="478"/>
      <pc:docMkLst>
        <pc:docMk/>
      </pc:docMkLst>
      <pc:sldChg chg="addSp delSp modSp add mod">
        <pc:chgData name="Fernando Artigas" userId="42ae03ea-1a61-40b2-ae6f-f86aa1c7396f" providerId="ADAL" clId="{38AB3A60-5BAC-4A05-936B-1838DFB0DA9B}" dt="2026-02-06T15:40:30.788" v="988" actId="478"/>
        <pc:sldMkLst>
          <pc:docMk/>
          <pc:sldMk cId="2960620666" sldId="270"/>
        </pc:sldMkLst>
        <pc:spChg chg="add mod">
          <ac:chgData name="Fernando Artigas" userId="42ae03ea-1a61-40b2-ae6f-f86aa1c7396f" providerId="ADAL" clId="{38AB3A60-5BAC-4A05-936B-1838DFB0DA9B}" dt="2026-02-04T09:27:48.868" v="725" actId="122"/>
          <ac:spMkLst>
            <pc:docMk/>
            <pc:sldMk cId="2960620666" sldId="270"/>
            <ac:spMk id="6" creationId="{EC832F0F-60F8-3E85-451A-753DA70001B8}"/>
          </ac:spMkLst>
        </pc:spChg>
        <pc:picChg chg="add mod">
          <ac:chgData name="Fernando Artigas" userId="42ae03ea-1a61-40b2-ae6f-f86aa1c7396f" providerId="ADAL" clId="{38AB3A60-5BAC-4A05-936B-1838DFB0DA9B}" dt="2026-02-04T09:26:23.760" v="698"/>
          <ac:picMkLst>
            <pc:docMk/>
            <pc:sldMk cId="2960620666" sldId="270"/>
            <ac:picMk id="3" creationId="{F1B3F78E-0A6D-CC32-2F0A-1ABDD6635234}"/>
          </ac:picMkLst>
        </pc:picChg>
        <pc:picChg chg="add mod">
          <ac:chgData name="Fernando Artigas" userId="42ae03ea-1a61-40b2-ae6f-f86aa1c7396f" providerId="ADAL" clId="{38AB3A60-5BAC-4A05-936B-1838DFB0DA9B}" dt="2026-02-04T09:26:48.530" v="701" actId="1076"/>
          <ac:picMkLst>
            <pc:docMk/>
            <pc:sldMk cId="2960620666" sldId="270"/>
            <ac:picMk id="4" creationId="{99C46AB3-84BA-41B7-EAAB-C4403100318B}"/>
          </ac:picMkLst>
        </pc:picChg>
        <pc:picChg chg="add mod">
          <ac:chgData name="Fernando Artigas" userId="42ae03ea-1a61-40b2-ae6f-f86aa1c7396f" providerId="ADAL" clId="{38AB3A60-5BAC-4A05-936B-1838DFB0DA9B}" dt="2026-02-04T09:27:00.585" v="703" actId="1076"/>
          <ac:picMkLst>
            <pc:docMk/>
            <pc:sldMk cId="2960620666" sldId="270"/>
            <ac:picMk id="5" creationId="{CBDC3D44-F434-470B-1622-558666C86B4C}"/>
          </ac:picMkLst>
        </pc:picChg>
        <pc:picChg chg="add del mod">
          <ac:chgData name="Fernando Artigas" userId="42ae03ea-1a61-40b2-ae6f-f86aa1c7396f" providerId="ADAL" clId="{38AB3A60-5BAC-4A05-936B-1838DFB0DA9B}" dt="2026-02-06T15:40:30.788" v="988" actId="478"/>
          <ac:picMkLst>
            <pc:docMk/>
            <pc:sldMk cId="2960620666" sldId="270"/>
            <ac:picMk id="7" creationId="{A64E727F-72B5-E83E-2DD1-C89AC48536BE}"/>
          </ac:picMkLst>
        </pc:picChg>
      </pc:sldChg>
      <pc:sldChg chg="addSp delSp modSp add mod">
        <pc:chgData name="Fernando Artigas" userId="42ae03ea-1a61-40b2-ae6f-f86aa1c7396f" providerId="ADAL" clId="{38AB3A60-5BAC-4A05-936B-1838DFB0DA9B}" dt="2026-02-04T09:37:30.574" v="744"/>
        <pc:sldMkLst>
          <pc:docMk/>
          <pc:sldMk cId="4260207025" sldId="271"/>
        </pc:sldMkLst>
        <pc:picChg chg="add mod">
          <ac:chgData name="Fernando Artigas" userId="42ae03ea-1a61-40b2-ae6f-f86aa1c7396f" providerId="ADAL" clId="{38AB3A60-5BAC-4A05-936B-1838DFB0DA9B}" dt="2026-02-04T09:28:39.669" v="730"/>
          <ac:picMkLst>
            <pc:docMk/>
            <pc:sldMk cId="4260207025" sldId="271"/>
            <ac:picMk id="4" creationId="{89676E77-1A62-DE9A-8D46-BFA3C3A0BB8A}"/>
          </ac:picMkLst>
        </pc:picChg>
        <pc:picChg chg="add mod">
          <ac:chgData name="Fernando Artigas" userId="42ae03ea-1a61-40b2-ae6f-f86aa1c7396f" providerId="ADAL" clId="{38AB3A60-5BAC-4A05-936B-1838DFB0DA9B}" dt="2026-02-04T09:34:24.382" v="732" actId="1076"/>
          <ac:picMkLst>
            <pc:docMk/>
            <pc:sldMk cId="4260207025" sldId="271"/>
            <ac:picMk id="6" creationId="{557DD279-7CAC-16A9-FB8F-85081668423F}"/>
          </ac:picMkLst>
        </pc:picChg>
      </pc:sldChg>
      <pc:sldChg chg="addSp delSp modSp add mod">
        <pc:chgData name="Fernando Artigas" userId="42ae03ea-1a61-40b2-ae6f-f86aa1c7396f" providerId="ADAL" clId="{38AB3A60-5BAC-4A05-936B-1838DFB0DA9B}" dt="2026-02-04T09:35:41.732" v="738"/>
        <pc:sldMkLst>
          <pc:docMk/>
          <pc:sldMk cId="1859420508" sldId="272"/>
        </pc:sldMkLst>
        <pc:spChg chg="add mod">
          <ac:chgData name="Fernando Artigas" userId="42ae03ea-1a61-40b2-ae6f-f86aa1c7396f" providerId="ADAL" clId="{38AB3A60-5BAC-4A05-936B-1838DFB0DA9B}" dt="2026-02-04T09:35:41.732" v="738"/>
          <ac:spMkLst>
            <pc:docMk/>
            <pc:sldMk cId="1859420508" sldId="272"/>
            <ac:spMk id="2" creationId="{C8217AEC-EB62-821A-047F-D42532CAEAB2}"/>
          </ac:spMkLst>
        </pc:spChg>
        <pc:spChg chg="add mod">
          <ac:chgData name="Fernando Artigas" userId="42ae03ea-1a61-40b2-ae6f-f86aa1c7396f" providerId="ADAL" clId="{38AB3A60-5BAC-4A05-936B-1838DFB0DA9B}" dt="2026-02-04T09:35:41.732" v="738"/>
          <ac:spMkLst>
            <pc:docMk/>
            <pc:sldMk cId="1859420508" sldId="272"/>
            <ac:spMk id="7" creationId="{DD6D5195-63B9-A5D1-EE2E-E6426615C718}"/>
          </ac:spMkLst>
        </pc:spChg>
        <pc:picChg chg="add mod">
          <ac:chgData name="Fernando Artigas" userId="42ae03ea-1a61-40b2-ae6f-f86aa1c7396f" providerId="ADAL" clId="{38AB3A60-5BAC-4A05-936B-1838DFB0DA9B}" dt="2026-02-04T09:35:41.732" v="738"/>
          <ac:picMkLst>
            <pc:docMk/>
            <pc:sldMk cId="1859420508" sldId="272"/>
            <ac:picMk id="3" creationId="{7467A92F-3404-8B21-735D-5BE056BF8AF7}"/>
          </ac:picMkLst>
        </pc:picChg>
        <pc:picChg chg="add mod">
          <ac:chgData name="Fernando Artigas" userId="42ae03ea-1a61-40b2-ae6f-f86aa1c7396f" providerId="ADAL" clId="{38AB3A60-5BAC-4A05-936B-1838DFB0DA9B}" dt="2026-02-04T09:35:41.732" v="738"/>
          <ac:picMkLst>
            <pc:docMk/>
            <pc:sldMk cId="1859420508" sldId="272"/>
            <ac:picMk id="5" creationId="{FF10A415-D4DB-465F-4D17-727BD76F2093}"/>
          </ac:picMkLst>
        </pc:picChg>
        <pc:picChg chg="add mod">
          <ac:chgData name="Fernando Artigas" userId="42ae03ea-1a61-40b2-ae6f-f86aa1c7396f" providerId="ADAL" clId="{38AB3A60-5BAC-4A05-936B-1838DFB0DA9B}" dt="2026-02-04T09:35:41.732" v="738"/>
          <ac:picMkLst>
            <pc:docMk/>
            <pc:sldMk cId="1859420508" sldId="272"/>
            <ac:picMk id="8" creationId="{1B67E4EF-B18D-C88D-1882-1FD46C55B1C1}"/>
          </ac:picMkLst>
        </pc:picChg>
        <pc:picChg chg="add mod">
          <ac:chgData name="Fernando Artigas" userId="42ae03ea-1a61-40b2-ae6f-f86aa1c7396f" providerId="ADAL" clId="{38AB3A60-5BAC-4A05-936B-1838DFB0DA9B}" dt="2026-02-04T09:35:41.732" v="738"/>
          <ac:picMkLst>
            <pc:docMk/>
            <pc:sldMk cId="1859420508" sldId="272"/>
            <ac:picMk id="9" creationId="{89E9A90A-5436-2A40-6187-714B70DBA297}"/>
          </ac:picMkLst>
        </pc:picChg>
      </pc:sldChg>
      <pc:sldChg chg="addSp delSp modSp add mod ord">
        <pc:chgData name="Fernando Artigas" userId="42ae03ea-1a61-40b2-ae6f-f86aa1c7396f" providerId="ADAL" clId="{38AB3A60-5BAC-4A05-936B-1838DFB0DA9B}" dt="2026-02-04T09:47:00.244" v="788"/>
        <pc:sldMkLst>
          <pc:docMk/>
          <pc:sldMk cId="1129389406" sldId="273"/>
        </pc:sldMkLst>
        <pc:spChg chg="add mod">
          <ac:chgData name="Fernando Artigas" userId="42ae03ea-1a61-40b2-ae6f-f86aa1c7396f" providerId="ADAL" clId="{38AB3A60-5BAC-4A05-936B-1838DFB0DA9B}" dt="2026-02-04T09:42:03.103" v="779" actId="20577"/>
          <ac:spMkLst>
            <pc:docMk/>
            <pc:sldMk cId="1129389406" sldId="273"/>
            <ac:spMk id="2" creationId="{57CA60A3-BDC2-6254-E71B-245F2D28F031}"/>
          </ac:spMkLst>
        </pc:spChg>
        <pc:picChg chg="add mod">
          <ac:chgData name="Fernando Artigas" userId="42ae03ea-1a61-40b2-ae6f-f86aa1c7396f" providerId="ADAL" clId="{38AB3A60-5BAC-4A05-936B-1838DFB0DA9B}" dt="2026-02-04T09:36:17.016" v="740"/>
          <ac:picMkLst>
            <pc:docMk/>
            <pc:sldMk cId="1129389406" sldId="273"/>
            <ac:picMk id="8" creationId="{CD9E8310-559A-396A-93FD-7707508841EC}"/>
          </ac:picMkLst>
        </pc:picChg>
        <pc:picChg chg="add mod">
          <ac:chgData name="Fernando Artigas" userId="42ae03ea-1a61-40b2-ae6f-f86aa1c7396f" providerId="ADAL" clId="{38AB3A60-5BAC-4A05-936B-1838DFB0DA9B}" dt="2026-02-04T09:42:43.337" v="787" actId="1076"/>
          <ac:picMkLst>
            <pc:docMk/>
            <pc:sldMk cId="1129389406" sldId="273"/>
            <ac:picMk id="2050" creationId="{4BA17292-3741-05E1-A337-8C34F01A6577}"/>
          </ac:picMkLst>
        </pc:picChg>
      </pc:sldChg>
      <pc:sldChg chg="delSp add">
        <pc:chgData name="Fernando Artigas" userId="42ae03ea-1a61-40b2-ae6f-f86aa1c7396f" providerId="ADAL" clId="{38AB3A60-5BAC-4A05-936B-1838DFB0DA9B}" dt="2026-02-04T09:41:13.070" v="747" actId="478"/>
        <pc:sldMkLst>
          <pc:docMk/>
          <pc:sldMk cId="1532882439" sldId="274"/>
        </pc:sldMkLst>
      </pc:sldChg>
      <pc:sldChg chg="addSp delSp modSp add mod ord">
        <pc:chgData name="Fernando Artigas" userId="42ae03ea-1a61-40b2-ae6f-f86aa1c7396f" providerId="ADAL" clId="{38AB3A60-5BAC-4A05-936B-1838DFB0DA9B}" dt="2026-02-04T10:05:38.777" v="944"/>
        <pc:sldMkLst>
          <pc:docMk/>
          <pc:sldMk cId="3021430447" sldId="275"/>
        </pc:sldMkLst>
        <pc:spChg chg="add mod">
          <ac:chgData name="Fernando Artigas" userId="42ae03ea-1a61-40b2-ae6f-f86aa1c7396f" providerId="ADAL" clId="{38AB3A60-5BAC-4A05-936B-1838DFB0DA9B}" dt="2026-02-04T09:54:24.292" v="816" actId="122"/>
          <ac:spMkLst>
            <pc:docMk/>
            <pc:sldMk cId="3021430447" sldId="275"/>
            <ac:spMk id="7" creationId="{1477CFFE-2A34-3746-B34F-807A6CB28BB5}"/>
          </ac:spMkLst>
        </pc:spChg>
        <pc:picChg chg="add mod">
          <ac:chgData name="Fernando Artigas" userId="42ae03ea-1a61-40b2-ae6f-f86aa1c7396f" providerId="ADAL" clId="{38AB3A60-5BAC-4A05-936B-1838DFB0DA9B}" dt="2026-02-04T09:53:49.609" v="793"/>
          <ac:picMkLst>
            <pc:docMk/>
            <pc:sldMk cId="3021430447" sldId="275"/>
            <ac:picMk id="6" creationId="{47A80A65-C164-09B7-FAC7-945B1CC74B3A}"/>
          </ac:picMkLst>
        </pc:picChg>
      </pc:sldChg>
      <pc:sldChg chg="addSp delSp modSp add mod ord">
        <pc:chgData name="Fernando Artigas" userId="42ae03ea-1a61-40b2-ae6f-f86aa1c7396f" providerId="ADAL" clId="{38AB3A60-5BAC-4A05-936B-1838DFB0DA9B}" dt="2026-02-04T09:56:58.373" v="858" actId="478"/>
        <pc:sldMkLst>
          <pc:docMk/>
          <pc:sldMk cId="3914994668" sldId="276"/>
        </pc:sldMkLst>
        <pc:picChg chg="add mod">
          <ac:chgData name="Fernando Artigas" userId="42ae03ea-1a61-40b2-ae6f-f86aa1c7396f" providerId="ADAL" clId="{38AB3A60-5BAC-4A05-936B-1838DFB0DA9B}" dt="2026-02-04T09:56:44.076" v="857"/>
          <ac:picMkLst>
            <pc:docMk/>
            <pc:sldMk cId="3914994668" sldId="276"/>
            <ac:picMk id="6" creationId="{778A7E73-7B29-D72B-DE04-FB95E67D3E6B}"/>
          </ac:picMkLst>
        </pc:picChg>
        <pc:picChg chg="add mod">
          <ac:chgData name="Fernando Artigas" userId="42ae03ea-1a61-40b2-ae6f-f86aa1c7396f" providerId="ADAL" clId="{38AB3A60-5BAC-4A05-936B-1838DFB0DA9B}" dt="2026-02-04T09:56:44.076" v="857"/>
          <ac:picMkLst>
            <pc:docMk/>
            <pc:sldMk cId="3914994668" sldId="276"/>
            <ac:picMk id="10" creationId="{857B0B55-0CFF-B1B3-3E4F-91DC6B474AAB}"/>
          </ac:picMkLst>
        </pc:picChg>
      </pc:sldChg>
      <pc:sldChg chg="addSp delSp modSp add mod">
        <pc:chgData name="Fernando Artigas" userId="42ae03ea-1a61-40b2-ae6f-f86aa1c7396f" providerId="ADAL" clId="{38AB3A60-5BAC-4A05-936B-1838DFB0DA9B}" dt="2026-02-04T10:03:35.197" v="935"/>
        <pc:sldMkLst>
          <pc:docMk/>
          <pc:sldMk cId="844605915" sldId="280"/>
        </pc:sldMkLst>
        <pc:spChg chg="mod">
          <ac:chgData name="Fernando Artigas" userId="42ae03ea-1a61-40b2-ae6f-f86aa1c7396f" providerId="ADAL" clId="{38AB3A60-5BAC-4A05-936B-1838DFB0DA9B}" dt="2026-02-04T10:03:35.197" v="935"/>
          <ac:spMkLst>
            <pc:docMk/>
            <pc:sldMk cId="844605915" sldId="280"/>
            <ac:spMk id="2" creationId="{896429AC-DBF8-C062-E6B5-9A5984E4E8D4}"/>
          </ac:spMkLst>
        </pc:spChg>
        <pc:picChg chg="add mod">
          <ac:chgData name="Fernando Artigas" userId="42ae03ea-1a61-40b2-ae6f-f86aa1c7396f" providerId="ADAL" clId="{38AB3A60-5BAC-4A05-936B-1838DFB0DA9B}" dt="2026-02-04T10:02:40.910" v="933" actId="1076"/>
          <ac:picMkLst>
            <pc:docMk/>
            <pc:sldMk cId="844605915" sldId="280"/>
            <ac:picMk id="3" creationId="{BF38C78E-23A8-B36C-322C-1C3EA378C1F1}"/>
          </ac:picMkLst>
        </pc:picChg>
        <pc:picChg chg="add mod">
          <ac:chgData name="Fernando Artigas" userId="42ae03ea-1a61-40b2-ae6f-f86aa1c7396f" providerId="ADAL" clId="{38AB3A60-5BAC-4A05-936B-1838DFB0DA9B}" dt="2026-02-04T10:02:39.141" v="932" actId="1076"/>
          <ac:picMkLst>
            <pc:docMk/>
            <pc:sldMk cId="844605915" sldId="280"/>
            <ac:picMk id="5" creationId="{8694F59C-4278-BC9A-0ED3-0E7E7A3C4CC3}"/>
          </ac:picMkLst>
        </pc:picChg>
      </pc:sldChg>
      <pc:sldChg chg="addSp delSp modSp add mod ord">
        <pc:chgData name="Fernando Artigas" userId="42ae03ea-1a61-40b2-ae6f-f86aa1c7396f" providerId="ADAL" clId="{38AB3A60-5BAC-4A05-936B-1838DFB0DA9B}" dt="2026-02-04T10:11:17.328" v="977" actId="20577"/>
        <pc:sldMkLst>
          <pc:docMk/>
          <pc:sldMk cId="900081189" sldId="281"/>
        </pc:sldMkLst>
        <pc:spChg chg="mod">
          <ac:chgData name="Fernando Artigas" userId="42ae03ea-1a61-40b2-ae6f-f86aa1c7396f" providerId="ADAL" clId="{38AB3A60-5BAC-4A05-936B-1838DFB0DA9B}" dt="2026-02-04T10:11:17.328" v="977" actId="20577"/>
          <ac:spMkLst>
            <pc:docMk/>
            <pc:sldMk cId="900081189" sldId="281"/>
            <ac:spMk id="2" creationId="{9B50E70D-867D-2807-C825-EF4F83951C09}"/>
          </ac:spMkLst>
        </pc:spChg>
        <pc:picChg chg="add mod">
          <ac:chgData name="Fernando Artigas" userId="42ae03ea-1a61-40b2-ae6f-f86aa1c7396f" providerId="ADAL" clId="{38AB3A60-5BAC-4A05-936B-1838DFB0DA9B}" dt="2026-02-04T10:09:58.931" v="963" actId="1440"/>
          <ac:picMkLst>
            <pc:docMk/>
            <pc:sldMk cId="900081189" sldId="281"/>
            <ac:picMk id="7170" creationId="{23312E55-01BE-E569-D4D2-A9F26BD36A77}"/>
          </ac:picMkLst>
        </pc:picChg>
        <pc:picChg chg="add mod">
          <ac:chgData name="Fernando Artigas" userId="42ae03ea-1a61-40b2-ae6f-f86aa1c7396f" providerId="ADAL" clId="{38AB3A60-5BAC-4A05-936B-1838DFB0DA9B}" dt="2026-02-04T10:11:01.905" v="968" actId="1440"/>
          <ac:picMkLst>
            <pc:docMk/>
            <pc:sldMk cId="900081189" sldId="281"/>
            <ac:picMk id="7172" creationId="{EDEC085A-170D-9E42-9168-C0EEFF41E754}"/>
          </ac:picMkLst>
        </pc:picChg>
      </pc:sldChg>
      <pc:sldChg chg="addSp delSp modSp add mod ord">
        <pc:chgData name="Fernando Artigas" userId="42ae03ea-1a61-40b2-ae6f-f86aa1c7396f" providerId="ADAL" clId="{38AB3A60-5BAC-4A05-936B-1838DFB0DA9B}" dt="2026-02-04T10:18:17.699" v="985"/>
        <pc:sldMkLst>
          <pc:docMk/>
          <pc:sldMk cId="174826885" sldId="282"/>
        </pc:sldMkLst>
        <pc:spChg chg="mod">
          <ac:chgData name="Fernando Artigas" userId="42ae03ea-1a61-40b2-ae6f-f86aa1c7396f" providerId="ADAL" clId="{38AB3A60-5BAC-4A05-936B-1838DFB0DA9B}" dt="2026-02-04T10:05:58.174" v="946" actId="122"/>
          <ac:spMkLst>
            <pc:docMk/>
            <pc:sldMk cId="174826885" sldId="282"/>
            <ac:spMk id="2" creationId="{27CB9E45-DE66-4703-AB9B-DE9D4C3000DF}"/>
          </ac:spMkLst>
        </pc:spChg>
        <pc:spChg chg="add">
          <ac:chgData name="Fernando Artigas" userId="42ae03ea-1a61-40b2-ae6f-f86aa1c7396f" providerId="ADAL" clId="{38AB3A60-5BAC-4A05-936B-1838DFB0DA9B}" dt="2026-02-04T10:17:52.844" v="984"/>
          <ac:spMkLst>
            <pc:docMk/>
            <pc:sldMk cId="174826885" sldId="282"/>
            <ac:spMk id="6" creationId="{47248D4F-E133-6A26-C6D5-DA70B934680B}"/>
          </ac:spMkLst>
        </pc:spChg>
        <pc:picChg chg="add mod">
          <ac:chgData name="Fernando Artigas" userId="42ae03ea-1a61-40b2-ae6f-f86aa1c7396f" providerId="ADAL" clId="{38AB3A60-5BAC-4A05-936B-1838DFB0DA9B}" dt="2026-02-04T10:18:17.699" v="985"/>
          <ac:picMkLst>
            <pc:docMk/>
            <pc:sldMk cId="174826885" sldId="282"/>
            <ac:picMk id="8" creationId="{F27DA032-5656-3D0F-5C8C-05B1B098FD5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4295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7044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129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8377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180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1286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0818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82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7156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5097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63957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621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925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14539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6998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2374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7471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0A80177-540E-4509-9DC0-D4F55009221F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6A23C-8978-4501-B3F9-60064239BA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816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13.png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18673-6AFC-3811-DE8B-709FA63E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mpleaTech 2024: LPI Joins Spain's Premier Event">
            <a:extLst>
              <a:ext uri="{FF2B5EF4-FFF2-40B4-BE49-F238E27FC236}">
                <a16:creationId xmlns:a16="http://schemas.microsoft.com/office/drawing/2014/main" id="{CE4DDBD8-5127-40E3-22A8-E7EE9EA6D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5211" y="5489743"/>
            <a:ext cx="1984289" cy="13682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B3F78E-0A6D-CC32-2F0A-1ABDD66352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4" name="Imagen 18">
            <a:extLst>
              <a:ext uri="{FF2B5EF4-FFF2-40B4-BE49-F238E27FC236}">
                <a16:creationId xmlns:a16="http://schemas.microsoft.com/office/drawing/2014/main" id="{99C46AB3-84BA-41B7-EAAB-C440310031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012" y="2023575"/>
            <a:ext cx="2391176" cy="24721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8" descr="Downalod Microsoft Dynamics 365 Business Central icons (logos ...">
            <a:extLst>
              <a:ext uri="{FF2B5EF4-FFF2-40B4-BE49-F238E27FC236}">
                <a16:creationId xmlns:a16="http://schemas.microsoft.com/office/drawing/2014/main" id="{CBDC3D44-F434-470B-1622-558666C86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352" y="1240022"/>
            <a:ext cx="2472179" cy="247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832F0F-60F8-3E85-451A-753DA70001B8}"/>
              </a:ext>
            </a:extLst>
          </p:cNvPr>
          <p:cNvSpPr txBox="1"/>
          <p:nvPr/>
        </p:nvSpPr>
        <p:spPr>
          <a:xfrm>
            <a:off x="2962656" y="4663440"/>
            <a:ext cx="5687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solidFill>
                  <a:schemeClr val="bg1"/>
                </a:solidFill>
              </a:rPr>
              <a:t>Fernando Artigas</a:t>
            </a:r>
          </a:p>
        </p:txBody>
      </p:sp>
    </p:spTree>
    <p:extLst>
      <p:ext uri="{BB962C8B-B14F-4D97-AF65-F5344CB8AC3E}">
        <p14:creationId xmlns:p14="http://schemas.microsoft.com/office/powerpoint/2010/main" val="2960620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0A87D-AC66-8388-EB32-93DBFC28C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676E77-1A62-DE9A-8D46-BFA3C3A0B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7DD279-7CAC-16A9-FB8F-850816684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267" y="1905476"/>
            <a:ext cx="5477465" cy="286197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6020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6B34-6FB2-BAEF-B81B-CF741B14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D6E27A-2E94-A5AD-7C0D-7531D38D1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217AEC-EB62-821A-047F-D42532CAEAB2}"/>
              </a:ext>
            </a:extLst>
          </p:cNvPr>
          <p:cNvSpPr txBox="1"/>
          <p:nvPr/>
        </p:nvSpPr>
        <p:spPr>
          <a:xfrm>
            <a:off x="3540153" y="281032"/>
            <a:ext cx="54696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Who </a:t>
            </a:r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dude?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67A92F-3404-8B21-735D-5BE056BF8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263" y="1291537"/>
            <a:ext cx="3396645" cy="31503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2" descr="Trade Members">
            <a:extLst>
              <a:ext uri="{FF2B5EF4-FFF2-40B4-BE49-F238E27FC236}">
                <a16:creationId xmlns:a16="http://schemas.microsoft.com/office/drawing/2014/main" id="{FF10A415-D4DB-465F-4D17-727BD76F2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263" y="3907183"/>
            <a:ext cx="3396646" cy="117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6D5195-63B9-A5D1-EE2E-E6426615C718}"/>
              </a:ext>
            </a:extLst>
          </p:cNvPr>
          <p:cNvSpPr txBox="1"/>
          <p:nvPr/>
        </p:nvSpPr>
        <p:spPr>
          <a:xfrm>
            <a:off x="3540153" y="4493930"/>
            <a:ext cx="64930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Remember</a:t>
            </a:r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</a:t>
            </a:r>
            <a:r>
              <a:rPr lang="es-E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</a:t>
            </a:r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love</a:t>
            </a:r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suits</a:t>
            </a:r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8" name="Imagen 2">
            <a:extLst>
              <a:ext uri="{FF2B5EF4-FFF2-40B4-BE49-F238E27FC236}">
                <a16:creationId xmlns:a16="http://schemas.microsoft.com/office/drawing/2014/main" id="{1B67E4EF-B18D-C88D-1882-1FD46C55B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165" y="2735826"/>
            <a:ext cx="1250972" cy="1250972"/>
          </a:xfrm>
          <a:prstGeom prst="rect">
            <a:avLst/>
          </a:prstGeom>
        </p:spPr>
      </p:pic>
      <p:pic>
        <p:nvPicPr>
          <p:cNvPr id="9" name="Imagen 8" descr="Un letrero azul con letras blancas&#10;&#10;Descripción generada automáticamente con confianza media">
            <a:extLst>
              <a:ext uri="{FF2B5EF4-FFF2-40B4-BE49-F238E27FC236}">
                <a16:creationId xmlns:a16="http://schemas.microsoft.com/office/drawing/2014/main" id="{89E9A90A-5436-2A40-6187-714B70DBA2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6628" y="982423"/>
            <a:ext cx="1319646" cy="131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420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D619B-E1E4-C947-EA1F-6F58D3FB2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137182-1B46-824F-EA46-73C9372C2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0D1444-F65C-AE07-647C-650787897229}"/>
              </a:ext>
            </a:extLst>
          </p:cNvPr>
          <p:cNvSpPr txBox="1"/>
          <p:nvPr/>
        </p:nvSpPr>
        <p:spPr>
          <a:xfrm>
            <a:off x="3540153" y="281032"/>
            <a:ext cx="54696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Who </a:t>
            </a:r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dude?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FE836C-5725-293B-98B2-22518C3458AB}"/>
              </a:ext>
            </a:extLst>
          </p:cNvPr>
          <p:cNvSpPr txBox="1"/>
          <p:nvPr/>
        </p:nvSpPr>
        <p:spPr>
          <a:xfrm>
            <a:off x="3603069" y="4493930"/>
            <a:ext cx="706772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s-E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 ERP drama </a:t>
            </a:r>
            <a:r>
              <a:rPr lang="es-E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</a:t>
            </a:r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care </a:t>
            </a:r>
            <a:r>
              <a:rPr lang="es-E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lama!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B76F00-218D-D938-D379-0161CC1DE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332" y="2754045"/>
            <a:ext cx="1256441" cy="12564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647D79-2042-65ED-E325-7ADCCB74F5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765"/>
          <a:stretch>
            <a:fillRect/>
          </a:stretch>
        </p:blipFill>
        <p:spPr>
          <a:xfrm rot="16200000">
            <a:off x="6883338" y="1413180"/>
            <a:ext cx="3696497" cy="33307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Trade Members">
            <a:extLst>
              <a:ext uri="{FF2B5EF4-FFF2-40B4-BE49-F238E27FC236}">
                <a16:creationId xmlns:a16="http://schemas.microsoft.com/office/drawing/2014/main" id="{F339090A-29EB-EBC0-01A9-B0D893B2D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263" y="3907183"/>
            <a:ext cx="3396646" cy="117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6D3421-62D1-0A3E-96FC-00BF9BC297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694" y="1112029"/>
            <a:ext cx="1855148" cy="23155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32882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DF5C9-4317-42D0-C435-62B2F827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F69742-1F8F-CBBA-E629-755B038F5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CA60A3-BDC2-6254-E71B-245F2D28F031}"/>
              </a:ext>
            </a:extLst>
          </p:cNvPr>
          <p:cNvSpPr txBox="1"/>
          <p:nvPr/>
        </p:nvSpPr>
        <p:spPr>
          <a:xfrm>
            <a:off x="3540153" y="281032"/>
            <a:ext cx="54696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Microsoft Dynamics?</a:t>
            </a:r>
          </a:p>
        </p:txBody>
      </p:sp>
      <p:pic>
        <p:nvPicPr>
          <p:cNvPr id="8" name="Picture 2" descr="Trade Members">
            <a:extLst>
              <a:ext uri="{FF2B5EF4-FFF2-40B4-BE49-F238E27FC236}">
                <a16:creationId xmlns:a16="http://schemas.microsoft.com/office/drawing/2014/main" id="{CD9E8310-559A-396A-93FD-770750884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263" y="3907183"/>
            <a:ext cx="3396646" cy="117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ew Dynamics 365 Logos">
            <a:extLst>
              <a:ext uri="{FF2B5EF4-FFF2-40B4-BE49-F238E27FC236}">
                <a16:creationId xmlns:a16="http://schemas.microsoft.com/office/drawing/2014/main" id="{4BA17292-3741-05E1-A337-8C34F01A6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860" y="1185010"/>
            <a:ext cx="9042049" cy="51441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389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FC117-6CCE-CAE5-9733-C9D138871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3B586B-B8A2-3F65-396B-534C636B6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8C58C3-50EE-DC79-29AC-6780BCA754F4}"/>
              </a:ext>
            </a:extLst>
          </p:cNvPr>
          <p:cNvSpPr txBox="1"/>
          <p:nvPr/>
        </p:nvSpPr>
        <p:spPr>
          <a:xfrm>
            <a:off x="3540153" y="281032"/>
            <a:ext cx="54696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Microsoft Dynamics?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A80A65-C164-09B7-FAC7-945B1CC74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77CFFE-2A34-3746-B34F-807A6CB28BB5}"/>
              </a:ext>
            </a:extLst>
          </p:cNvPr>
          <p:cNvSpPr txBox="1"/>
          <p:nvPr/>
        </p:nvSpPr>
        <p:spPr>
          <a:xfrm>
            <a:off x="952500" y="433432"/>
            <a:ext cx="10477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Roles do </a:t>
            </a:r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have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1430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8662D-02F3-71CF-6F69-B62039FBA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907750-4DEE-60CD-DF0F-F7E8550FC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6429AC-DBF8-C062-E6B5-9A5984E4E8D4}"/>
              </a:ext>
            </a:extLst>
          </p:cNvPr>
          <p:cNvSpPr txBox="1"/>
          <p:nvPr/>
        </p:nvSpPr>
        <p:spPr>
          <a:xfrm>
            <a:off x="3540153" y="281032"/>
            <a:ext cx="54696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Wanna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be </a:t>
            </a:r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ERP </a:t>
            </a:r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Rockstar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38C78E-23A8-B36C-322C-1C3EA378C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426" y="1978340"/>
            <a:ext cx="4942606" cy="29013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 descr="Three business central monitors with the Business Central dashboard on in turquoise.">
            <a:extLst>
              <a:ext uri="{FF2B5EF4-FFF2-40B4-BE49-F238E27FC236}">
                <a16:creationId xmlns:a16="http://schemas.microsoft.com/office/drawing/2014/main" id="{8694F59C-4278-BC9A-0ED3-0E7E7A3C4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699" y="4031997"/>
            <a:ext cx="4102608" cy="222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605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E47F2-42B6-3297-7372-FF0DD84B5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1E384A-83E3-C9CC-D5E8-C9B32661F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50E70D-867D-2807-C825-EF4F83951C09}"/>
              </a:ext>
            </a:extLst>
          </p:cNvPr>
          <p:cNvSpPr txBox="1"/>
          <p:nvPr/>
        </p:nvSpPr>
        <p:spPr>
          <a:xfrm>
            <a:off x="3540153" y="281032"/>
            <a:ext cx="54696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Wanna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 be a CRM </a:t>
            </a:r>
            <a:r>
              <a:rPr lang="es-E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Pilot</a:t>
            </a:r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pic>
        <p:nvPicPr>
          <p:cNvPr id="7170" name="Picture 2" descr="Dynamics 365 Sales, Helps your Team Sell Smarter">
            <a:extLst>
              <a:ext uri="{FF2B5EF4-FFF2-40B4-BE49-F238E27FC236}">
                <a16:creationId xmlns:a16="http://schemas.microsoft.com/office/drawing/2014/main" id="{23312E55-01BE-E569-D4D2-A9F26BD36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5642" y="1931359"/>
            <a:ext cx="5469622" cy="30759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172" name="Picture 4" descr="Sign up for a free Dynamics 365 Sales trial | Microsoft Learn">
            <a:extLst>
              <a:ext uri="{FF2B5EF4-FFF2-40B4-BE49-F238E27FC236}">
                <a16:creationId xmlns:a16="http://schemas.microsoft.com/office/drawing/2014/main" id="{EDEC085A-170D-9E42-9168-C0EEFF41E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346" y="3714896"/>
            <a:ext cx="4860222" cy="28620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0081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EBE0C-F4B4-6134-C621-3A2D59DC9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B4DF8A-F083-237B-BCA4-BB3398B92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CB9E45-DE66-4703-AB9B-DE9D4C3000DF}"/>
              </a:ext>
            </a:extLst>
          </p:cNvPr>
          <p:cNvSpPr txBox="1"/>
          <p:nvPr/>
        </p:nvSpPr>
        <p:spPr>
          <a:xfrm>
            <a:off x="3540153" y="281032"/>
            <a:ext cx="54696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latin typeface="Arial" panose="020B0604020202020204" pitchFamily="34" charset="0"/>
                <a:cs typeface="Arial" panose="020B0604020202020204" pitchFamily="34" charset="0"/>
              </a:rPr>
              <a:t>Who are Good candidates?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47248D4F-E133-6A26-C6D5-DA70B93468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7DA032-5656-3D0F-5C8C-05B1B098F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6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786E1-15B0-D2A2-0799-627AEC54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335B53-0B41-E251-3FA1-E963B197D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6" name="Picture 2" descr="Yoda Thank You GIFs | Tenor">
            <a:extLst>
              <a:ext uri="{FF2B5EF4-FFF2-40B4-BE49-F238E27FC236}">
                <a16:creationId xmlns:a16="http://schemas.microsoft.com/office/drawing/2014/main" id="{778A7E73-7B29-D72B-DE04-FB95E67D3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4576" y="429768"/>
            <a:ext cx="3951450" cy="39514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7B0B55-0CFF-B1B3-3E4F-91DC6B474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250" y="4544576"/>
            <a:ext cx="3922776" cy="204965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149946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2694</TotalTime>
  <Words>67</Words>
  <Application>Microsoft Office PowerPoint</Application>
  <PresentationFormat>Widescreen</PresentationFormat>
  <Paragraphs>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Artigas</dc:creator>
  <cp:lastModifiedBy>Fernando Artigas</cp:lastModifiedBy>
  <cp:revision>1</cp:revision>
  <dcterms:created xsi:type="dcterms:W3CDTF">2026-01-29T14:09:25Z</dcterms:created>
  <dcterms:modified xsi:type="dcterms:W3CDTF">2026-02-06T15:40:35Z</dcterms:modified>
</cp:coreProperties>
</file>