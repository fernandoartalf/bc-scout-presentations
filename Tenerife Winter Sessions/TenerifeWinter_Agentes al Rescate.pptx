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4"/>
  </p:sldMasterIdLst>
  <p:notesMasterIdLst>
    <p:notesMasterId r:id="rId23"/>
  </p:notesMasterIdLst>
  <p:sldIdLst>
    <p:sldId id="256" r:id="rId5"/>
    <p:sldId id="263" r:id="rId6"/>
    <p:sldId id="258" r:id="rId7"/>
    <p:sldId id="294" r:id="rId8"/>
    <p:sldId id="261" r:id="rId9"/>
    <p:sldId id="259" r:id="rId10"/>
    <p:sldId id="267" r:id="rId11"/>
    <p:sldId id="298" r:id="rId12"/>
    <p:sldId id="295" r:id="rId13"/>
    <p:sldId id="299" r:id="rId14"/>
    <p:sldId id="301" r:id="rId15"/>
    <p:sldId id="302" r:id="rId16"/>
    <p:sldId id="303" r:id="rId17"/>
    <p:sldId id="296" r:id="rId18"/>
    <p:sldId id="304" r:id="rId19"/>
    <p:sldId id="297" r:id="rId20"/>
    <p:sldId id="272" r:id="rId21"/>
    <p:sldId id="278" r:id="rId22"/>
  </p:sldIdLst>
  <p:sldSz cx="9144000" cy="5143500" type="screen16x9"/>
  <p:notesSz cx="6858000" cy="9144000"/>
  <p:embeddedFontLst>
    <p:embeddedFont>
      <p:font typeface="Jumble" panose="02000503000000020004" pitchFamily="2" charset="0"/>
      <p:regular r:id="rId24"/>
    </p:embeddedFont>
    <p:embeddedFont>
      <p:font typeface="Kulim Park" panose="020B0604020202020204" charset="0"/>
      <p:regular r:id="rId25"/>
      <p:bold r:id="rId26"/>
      <p:italic r:id="rId27"/>
      <p:boldItalic r:id="rId28"/>
    </p:embeddedFont>
    <p:embeddedFont>
      <p:font typeface="Kulim Park Light" panose="020B0604020202020204" charset="0"/>
      <p:regular r:id="rId29"/>
      <p:bold r:id="rId30"/>
      <p:italic r:id="rId31"/>
      <p:boldItalic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B25C"/>
    <a:srgbClr val="706F6F"/>
    <a:srgbClr val="006A6B"/>
    <a:srgbClr val="00B2C2"/>
    <a:srgbClr val="00B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73A70A-BF4E-47D4-BFBD-9473803D6FE0}" v="74" dt="2026-02-01T21:04:34.298"/>
  </p1510:revLst>
</p1510:revInfo>
</file>

<file path=ppt/tableStyles.xml><?xml version="1.0" encoding="utf-8"?>
<a:tblStyleLst xmlns:a="http://schemas.openxmlformats.org/drawingml/2006/main" def="{A6471979-4F55-4329-A02F-D7CC4A76CC44}">
  <a:tblStyle styleId="{A6471979-4F55-4329-A02F-D7CC4A76CC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E350D49-ADD6-414F-94D5-E7D26D3637F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9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11.fntdata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Artigas" userId="42ae03ea-1a61-40b2-ae6f-f86aa1c7396f" providerId="ADAL" clId="{38AB3A60-5BAC-4A05-936B-1838DFB0DA9B}"/>
    <pc:docChg chg="undo custSel addSld delSld modSld sldOrd">
      <pc:chgData name="Fernando Artigas" userId="42ae03ea-1a61-40b2-ae6f-f86aa1c7396f" providerId="ADAL" clId="{38AB3A60-5BAC-4A05-936B-1838DFB0DA9B}" dt="2026-02-01T22:57:10.388" v="1081" actId="47"/>
      <pc:docMkLst>
        <pc:docMk/>
      </pc:docMkLst>
      <pc:sldChg chg="modSp mod">
        <pc:chgData name="Fernando Artigas" userId="42ae03ea-1a61-40b2-ae6f-f86aa1c7396f" providerId="ADAL" clId="{38AB3A60-5BAC-4A05-936B-1838DFB0DA9B}" dt="2026-02-01T20:47:55.621" v="422" actId="20577"/>
        <pc:sldMkLst>
          <pc:docMk/>
          <pc:sldMk cId="0" sldId="259"/>
        </pc:sldMkLst>
        <pc:spChg chg="mod">
          <ac:chgData name="Fernando Artigas" userId="42ae03ea-1a61-40b2-ae6f-f86aa1c7396f" providerId="ADAL" clId="{38AB3A60-5BAC-4A05-936B-1838DFB0DA9B}" dt="2026-02-01T17:20:42.366" v="148" actId="20577"/>
          <ac:spMkLst>
            <pc:docMk/>
            <pc:sldMk cId="0" sldId="259"/>
            <ac:spMk id="169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0:47:55.621" v="422" actId="20577"/>
          <ac:spMkLst>
            <pc:docMk/>
            <pc:sldMk cId="0" sldId="259"/>
            <ac:spMk id="170" creationId="{00000000-0000-0000-0000-000000000000}"/>
          </ac:spMkLst>
        </pc:spChg>
      </pc:sldChg>
      <pc:sldChg chg="del">
        <pc:chgData name="Fernando Artigas" userId="42ae03ea-1a61-40b2-ae6f-f86aa1c7396f" providerId="ADAL" clId="{38AB3A60-5BAC-4A05-936B-1838DFB0DA9B}" dt="2026-02-01T21:05:04.864" v="1079" actId="47"/>
        <pc:sldMkLst>
          <pc:docMk/>
          <pc:sldMk cId="0" sldId="260"/>
        </pc:sldMkLst>
      </pc:sldChg>
      <pc:sldChg chg="modSp mod">
        <pc:chgData name="Fernando Artigas" userId="42ae03ea-1a61-40b2-ae6f-f86aa1c7396f" providerId="ADAL" clId="{38AB3A60-5BAC-4A05-936B-1838DFB0DA9B}" dt="2026-01-31T23:36:48.248" v="145" actId="20577"/>
        <pc:sldMkLst>
          <pc:docMk/>
          <pc:sldMk cId="0" sldId="261"/>
        </pc:sldMkLst>
        <pc:spChg chg="mod">
          <ac:chgData name="Fernando Artigas" userId="42ae03ea-1a61-40b2-ae6f-f86aa1c7396f" providerId="ADAL" clId="{38AB3A60-5BAC-4A05-936B-1838DFB0DA9B}" dt="2026-01-31T23:36:48.248" v="145" actId="20577"/>
          <ac:spMkLst>
            <pc:docMk/>
            <pc:sldMk cId="0" sldId="261"/>
            <ac:spMk id="185" creationId="{00000000-0000-0000-0000-000000000000}"/>
          </ac:spMkLst>
        </pc:spChg>
      </pc:sldChg>
      <pc:sldChg chg="del">
        <pc:chgData name="Fernando Artigas" userId="42ae03ea-1a61-40b2-ae6f-f86aa1c7396f" providerId="ADAL" clId="{38AB3A60-5BAC-4A05-936B-1838DFB0DA9B}" dt="2026-02-01T21:05:02.974" v="1078" actId="47"/>
        <pc:sldMkLst>
          <pc:docMk/>
          <pc:sldMk cId="0" sldId="262"/>
        </pc:sldMkLst>
      </pc:sldChg>
      <pc:sldChg chg="del">
        <pc:chgData name="Fernando Artigas" userId="42ae03ea-1a61-40b2-ae6f-f86aa1c7396f" providerId="ADAL" clId="{38AB3A60-5BAC-4A05-936B-1838DFB0DA9B}" dt="2026-02-01T21:05:01.570" v="1077" actId="47"/>
        <pc:sldMkLst>
          <pc:docMk/>
          <pc:sldMk cId="0" sldId="264"/>
        </pc:sldMkLst>
      </pc:sldChg>
      <pc:sldChg chg="del">
        <pc:chgData name="Fernando Artigas" userId="42ae03ea-1a61-40b2-ae6f-f86aa1c7396f" providerId="ADAL" clId="{38AB3A60-5BAC-4A05-936B-1838DFB0DA9B}" dt="2026-02-01T21:05:06.301" v="1080" actId="47"/>
        <pc:sldMkLst>
          <pc:docMk/>
          <pc:sldMk cId="0" sldId="265"/>
        </pc:sldMkLst>
      </pc:sldChg>
      <pc:sldChg chg="addSp delSp modSp mod ord">
        <pc:chgData name="Fernando Artigas" userId="42ae03ea-1a61-40b2-ae6f-f86aa1c7396f" providerId="ADAL" clId="{38AB3A60-5BAC-4A05-936B-1838DFB0DA9B}" dt="2026-02-01T20:30:10.500" v="229" actId="14100"/>
        <pc:sldMkLst>
          <pc:docMk/>
          <pc:sldMk cId="0" sldId="267"/>
        </pc:sldMkLst>
        <pc:spChg chg="add mod">
          <ac:chgData name="Fernando Artigas" userId="42ae03ea-1a61-40b2-ae6f-f86aa1c7396f" providerId="ADAL" clId="{38AB3A60-5BAC-4A05-936B-1838DFB0DA9B}" dt="2026-02-01T20:23:29.498" v="175" actId="14100"/>
          <ac:spMkLst>
            <pc:docMk/>
            <pc:sldMk cId="0" sldId="267"/>
            <ac:spMk id="2" creationId="{9D007E68-F629-871C-0BC4-DA8737BA3341}"/>
          </ac:spMkLst>
        </pc:spChg>
        <pc:spChg chg="mod">
          <ac:chgData name="Fernando Artigas" userId="42ae03ea-1a61-40b2-ae6f-f86aa1c7396f" providerId="ADAL" clId="{38AB3A60-5BAC-4A05-936B-1838DFB0DA9B}" dt="2026-02-01T20:22:57.335" v="168"/>
          <ac:spMkLst>
            <pc:docMk/>
            <pc:sldMk cId="0" sldId="267"/>
            <ac:spMk id="251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3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4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5" creationId="{00000000-0000-0000-0000-000000000000}"/>
          </ac:spMkLst>
        </pc:spChg>
        <pc:spChg chg="del mod">
          <ac:chgData name="Fernando Artigas" userId="42ae03ea-1a61-40b2-ae6f-f86aa1c7396f" providerId="ADAL" clId="{38AB3A60-5BAC-4A05-936B-1838DFB0DA9B}" dt="2026-02-01T20:23:11.411" v="171" actId="478"/>
          <ac:spMkLst>
            <pc:docMk/>
            <pc:sldMk cId="0" sldId="267"/>
            <ac:spMk id="256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7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8" creationId="{00000000-0000-0000-0000-000000000000}"/>
          </ac:spMkLst>
        </pc:spChg>
        <pc:spChg chg="del">
          <ac:chgData name="Fernando Artigas" userId="42ae03ea-1a61-40b2-ae6f-f86aa1c7396f" providerId="ADAL" clId="{38AB3A60-5BAC-4A05-936B-1838DFB0DA9B}" dt="2026-02-01T20:23:08.521" v="169" actId="478"/>
          <ac:spMkLst>
            <pc:docMk/>
            <pc:sldMk cId="0" sldId="267"/>
            <ac:spMk id="259" creationId="{00000000-0000-0000-0000-000000000000}"/>
          </ac:spMkLst>
        </pc:spChg>
        <pc:picChg chg="add del mod">
          <ac:chgData name="Fernando Artigas" userId="42ae03ea-1a61-40b2-ae6f-f86aa1c7396f" providerId="ADAL" clId="{38AB3A60-5BAC-4A05-936B-1838DFB0DA9B}" dt="2026-02-01T20:28:45.565" v="189" actId="21"/>
          <ac:picMkLst>
            <pc:docMk/>
            <pc:sldMk cId="0" sldId="267"/>
            <ac:picMk id="3" creationId="{E671A5FF-B6B7-3BDC-80D2-8761C11D6312}"/>
          </ac:picMkLst>
        </pc:picChg>
        <pc:picChg chg="add mod">
          <ac:chgData name="Fernando Artigas" userId="42ae03ea-1a61-40b2-ae6f-f86aa1c7396f" providerId="ADAL" clId="{38AB3A60-5BAC-4A05-936B-1838DFB0DA9B}" dt="2026-02-01T20:30:05.899" v="227" actId="1076"/>
          <ac:picMkLst>
            <pc:docMk/>
            <pc:sldMk cId="0" sldId="267"/>
            <ac:picMk id="4" creationId="{838BB0B4-A700-8861-5E89-5EE83D82D068}"/>
          </ac:picMkLst>
        </pc:picChg>
        <pc:picChg chg="add mod">
          <ac:chgData name="Fernando Artigas" userId="42ae03ea-1a61-40b2-ae6f-f86aa1c7396f" providerId="ADAL" clId="{38AB3A60-5BAC-4A05-936B-1838DFB0DA9B}" dt="2026-02-01T20:30:10.500" v="229" actId="14100"/>
          <ac:picMkLst>
            <pc:docMk/>
            <pc:sldMk cId="0" sldId="267"/>
            <ac:picMk id="5" creationId="{F4B86BB3-E69B-4B04-EBE6-9D0917216F0A}"/>
          </ac:picMkLst>
        </pc:picChg>
        <pc:picChg chg="del">
          <ac:chgData name="Fernando Artigas" userId="42ae03ea-1a61-40b2-ae6f-f86aa1c7396f" providerId="ADAL" clId="{38AB3A60-5BAC-4A05-936B-1838DFB0DA9B}" dt="2026-02-01T20:23:12.134" v="172" actId="478"/>
          <ac:picMkLst>
            <pc:docMk/>
            <pc:sldMk cId="0" sldId="267"/>
            <ac:picMk id="19" creationId="{5ABFBFC9-340A-414A-8504-A68FEC96CE02}"/>
          </ac:picMkLst>
        </pc:picChg>
        <pc:cxnChg chg="del mod">
          <ac:chgData name="Fernando Artigas" userId="42ae03ea-1a61-40b2-ae6f-f86aa1c7396f" providerId="ADAL" clId="{38AB3A60-5BAC-4A05-936B-1838DFB0DA9B}" dt="2026-02-01T20:23:08.521" v="169" actId="478"/>
          <ac:cxnSpMkLst>
            <pc:docMk/>
            <pc:sldMk cId="0" sldId="267"/>
            <ac:cxnSpMk id="261" creationId="{00000000-0000-0000-0000-000000000000}"/>
          </ac:cxnSpMkLst>
        </pc:cxnChg>
        <pc:cxnChg chg="del mod">
          <ac:chgData name="Fernando Artigas" userId="42ae03ea-1a61-40b2-ae6f-f86aa1c7396f" providerId="ADAL" clId="{38AB3A60-5BAC-4A05-936B-1838DFB0DA9B}" dt="2026-02-01T20:23:08.521" v="169" actId="478"/>
          <ac:cxnSpMkLst>
            <pc:docMk/>
            <pc:sldMk cId="0" sldId="267"/>
            <ac:cxnSpMk id="262" creationId="{00000000-0000-0000-0000-000000000000}"/>
          </ac:cxnSpMkLst>
        </pc:cxnChg>
        <pc:cxnChg chg="del mod">
          <ac:chgData name="Fernando Artigas" userId="42ae03ea-1a61-40b2-ae6f-f86aa1c7396f" providerId="ADAL" clId="{38AB3A60-5BAC-4A05-936B-1838DFB0DA9B}" dt="2026-02-01T20:23:08.521" v="169" actId="478"/>
          <ac:cxnSpMkLst>
            <pc:docMk/>
            <pc:sldMk cId="0" sldId="267"/>
            <ac:cxnSpMk id="263" creationId="{00000000-0000-0000-0000-000000000000}"/>
          </ac:cxnSpMkLst>
        </pc:cxnChg>
        <pc:cxnChg chg="del mod">
          <ac:chgData name="Fernando Artigas" userId="42ae03ea-1a61-40b2-ae6f-f86aa1c7396f" providerId="ADAL" clId="{38AB3A60-5BAC-4A05-936B-1838DFB0DA9B}" dt="2026-02-01T20:23:08.521" v="169" actId="478"/>
          <ac:cxnSpMkLst>
            <pc:docMk/>
            <pc:sldMk cId="0" sldId="267"/>
            <ac:cxnSpMk id="265" creationId="{00000000-0000-0000-0000-000000000000}"/>
          </ac:cxnSpMkLst>
        </pc:cxnChg>
      </pc:sldChg>
      <pc:sldChg chg="del">
        <pc:chgData name="Fernando Artigas" userId="42ae03ea-1a61-40b2-ae6f-f86aa1c7396f" providerId="ADAL" clId="{38AB3A60-5BAC-4A05-936B-1838DFB0DA9B}" dt="2026-02-01T21:05:01.106" v="1076" actId="47"/>
        <pc:sldMkLst>
          <pc:docMk/>
          <pc:sldMk cId="0" sldId="268"/>
        </pc:sldMkLst>
      </pc:sldChg>
      <pc:sldChg chg="del">
        <pc:chgData name="Fernando Artigas" userId="42ae03ea-1a61-40b2-ae6f-f86aa1c7396f" providerId="ADAL" clId="{38AB3A60-5BAC-4A05-936B-1838DFB0DA9B}" dt="2026-02-01T21:05:00.345" v="1075" actId="47"/>
        <pc:sldMkLst>
          <pc:docMk/>
          <pc:sldMk cId="0" sldId="270"/>
        </pc:sldMkLst>
      </pc:sldChg>
      <pc:sldChg chg="del">
        <pc:chgData name="Fernando Artigas" userId="42ae03ea-1a61-40b2-ae6f-f86aa1c7396f" providerId="ADAL" clId="{38AB3A60-5BAC-4A05-936B-1838DFB0DA9B}" dt="2026-02-01T21:04:58.797" v="1074" actId="47"/>
        <pc:sldMkLst>
          <pc:docMk/>
          <pc:sldMk cId="0" sldId="271"/>
        </pc:sldMkLst>
      </pc:sldChg>
      <pc:sldChg chg="addSp delSp modSp mod ord">
        <pc:chgData name="Fernando Artigas" userId="42ae03ea-1a61-40b2-ae6f-f86aa1c7396f" providerId="ADAL" clId="{38AB3A60-5BAC-4A05-936B-1838DFB0DA9B}" dt="2026-02-01T21:03:41.417" v="1055" actId="20577"/>
        <pc:sldMkLst>
          <pc:docMk/>
          <pc:sldMk cId="0" sldId="272"/>
        </pc:sldMkLst>
        <pc:spChg chg="mod">
          <ac:chgData name="Fernando Artigas" userId="42ae03ea-1a61-40b2-ae6f-f86aa1c7396f" providerId="ADAL" clId="{38AB3A60-5BAC-4A05-936B-1838DFB0DA9B}" dt="2026-02-01T20:52:06.954" v="505" actId="20577"/>
          <ac:spMkLst>
            <pc:docMk/>
            <pc:sldMk cId="0" sldId="272"/>
            <ac:spMk id="310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0:53:29.895" v="568" actId="14100"/>
          <ac:spMkLst>
            <pc:docMk/>
            <pc:sldMk cId="0" sldId="272"/>
            <ac:spMk id="315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0:54:52.855" v="705" actId="20577"/>
          <ac:spMkLst>
            <pc:docMk/>
            <pc:sldMk cId="0" sldId="272"/>
            <ac:spMk id="316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0:55:13.447" v="729" actId="20577"/>
          <ac:spMkLst>
            <pc:docMk/>
            <pc:sldMk cId="0" sldId="272"/>
            <ac:spMk id="320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1:03:04.056" v="987" actId="20577"/>
          <ac:spMkLst>
            <pc:docMk/>
            <pc:sldMk cId="0" sldId="272"/>
            <ac:spMk id="321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0:57:20.235" v="821" actId="14100"/>
          <ac:spMkLst>
            <pc:docMk/>
            <pc:sldMk cId="0" sldId="272"/>
            <ac:spMk id="325" creationId="{00000000-0000-0000-0000-000000000000}"/>
          </ac:spMkLst>
        </pc:spChg>
        <pc:spChg chg="mod">
          <ac:chgData name="Fernando Artigas" userId="42ae03ea-1a61-40b2-ae6f-f86aa1c7396f" providerId="ADAL" clId="{38AB3A60-5BAC-4A05-936B-1838DFB0DA9B}" dt="2026-02-01T21:03:41.417" v="1055" actId="20577"/>
          <ac:spMkLst>
            <pc:docMk/>
            <pc:sldMk cId="0" sldId="272"/>
            <ac:spMk id="326" creationId="{00000000-0000-0000-0000-000000000000}"/>
          </ac:spMkLst>
        </pc:spChg>
        <pc:grpChg chg="add del">
          <ac:chgData name="Fernando Artigas" userId="42ae03ea-1a61-40b2-ae6f-f86aa1c7396f" providerId="ADAL" clId="{38AB3A60-5BAC-4A05-936B-1838DFB0DA9B}" dt="2026-02-01T20:53:37.841" v="570" actId="478"/>
          <ac:grpSpMkLst>
            <pc:docMk/>
            <pc:sldMk cId="0" sldId="272"/>
            <ac:grpSpMk id="312" creationId="{00000000-0000-0000-0000-000000000000}"/>
          </ac:grpSpMkLst>
        </pc:grpChg>
      </pc:sldChg>
      <pc:sldChg chg="del">
        <pc:chgData name="Fernando Artigas" userId="42ae03ea-1a61-40b2-ae6f-f86aa1c7396f" providerId="ADAL" clId="{38AB3A60-5BAC-4A05-936B-1838DFB0DA9B}" dt="2026-02-01T21:04:58.017" v="1073" actId="47"/>
        <pc:sldMkLst>
          <pc:docMk/>
          <pc:sldMk cId="0" sldId="273"/>
        </pc:sldMkLst>
      </pc:sldChg>
      <pc:sldChg chg="del">
        <pc:chgData name="Fernando Artigas" userId="42ae03ea-1a61-40b2-ae6f-f86aa1c7396f" providerId="ADAL" clId="{38AB3A60-5BAC-4A05-936B-1838DFB0DA9B}" dt="2026-02-01T21:04:57.664" v="1072" actId="47"/>
        <pc:sldMkLst>
          <pc:docMk/>
          <pc:sldMk cId="0" sldId="274"/>
        </pc:sldMkLst>
      </pc:sldChg>
      <pc:sldChg chg="del">
        <pc:chgData name="Fernando Artigas" userId="42ae03ea-1a61-40b2-ae6f-f86aa1c7396f" providerId="ADAL" clId="{38AB3A60-5BAC-4A05-936B-1838DFB0DA9B}" dt="2026-02-01T21:04:56.513" v="1071" actId="47"/>
        <pc:sldMkLst>
          <pc:docMk/>
          <pc:sldMk cId="0" sldId="275"/>
        </pc:sldMkLst>
      </pc:sldChg>
      <pc:sldChg chg="del">
        <pc:chgData name="Fernando Artigas" userId="42ae03ea-1a61-40b2-ae6f-f86aa1c7396f" providerId="ADAL" clId="{38AB3A60-5BAC-4A05-936B-1838DFB0DA9B}" dt="2026-02-01T21:04:55.318" v="1070" actId="47"/>
        <pc:sldMkLst>
          <pc:docMk/>
          <pc:sldMk cId="0" sldId="276"/>
        </pc:sldMkLst>
      </pc:sldChg>
      <pc:sldChg chg="del">
        <pc:chgData name="Fernando Artigas" userId="42ae03ea-1a61-40b2-ae6f-f86aa1c7396f" providerId="ADAL" clId="{38AB3A60-5BAC-4A05-936B-1838DFB0DA9B}" dt="2026-02-01T21:04:54.411" v="1069" actId="47"/>
        <pc:sldMkLst>
          <pc:docMk/>
          <pc:sldMk cId="0" sldId="277"/>
        </pc:sldMkLst>
      </pc:sldChg>
      <pc:sldChg chg="addSp modSp mod ord">
        <pc:chgData name="Fernando Artigas" userId="42ae03ea-1a61-40b2-ae6f-f86aa1c7396f" providerId="ADAL" clId="{38AB3A60-5BAC-4A05-936B-1838DFB0DA9B}" dt="2026-02-01T21:04:37.683" v="1060" actId="1076"/>
        <pc:sldMkLst>
          <pc:docMk/>
          <pc:sldMk cId="0" sldId="278"/>
        </pc:sldMkLst>
        <pc:spChg chg="mod">
          <ac:chgData name="Fernando Artigas" userId="42ae03ea-1a61-40b2-ae6f-f86aa1c7396f" providerId="ADAL" clId="{38AB3A60-5BAC-4A05-936B-1838DFB0DA9B}" dt="2026-02-01T21:04:32.389" v="1058" actId="6549"/>
          <ac:spMkLst>
            <pc:docMk/>
            <pc:sldMk cId="0" sldId="278"/>
            <ac:spMk id="404" creationId="{00000000-0000-0000-0000-000000000000}"/>
          </ac:spMkLst>
        </pc:spChg>
        <pc:picChg chg="add mod">
          <ac:chgData name="Fernando Artigas" userId="42ae03ea-1a61-40b2-ae6f-f86aa1c7396f" providerId="ADAL" clId="{38AB3A60-5BAC-4A05-936B-1838DFB0DA9B}" dt="2026-02-01T21:04:37.683" v="1060" actId="1076"/>
          <ac:picMkLst>
            <pc:docMk/>
            <pc:sldMk cId="0" sldId="278"/>
            <ac:picMk id="2" creationId="{40C35AA1-B325-E7B7-A3C4-0D23EAE72B2C}"/>
          </ac:picMkLst>
        </pc:picChg>
      </pc:sldChg>
      <pc:sldChg chg="del">
        <pc:chgData name="Fernando Artigas" userId="42ae03ea-1a61-40b2-ae6f-f86aa1c7396f" providerId="ADAL" clId="{38AB3A60-5BAC-4A05-936B-1838DFB0DA9B}" dt="2026-02-01T21:04:52.620" v="1068" actId="47"/>
        <pc:sldMkLst>
          <pc:docMk/>
          <pc:sldMk cId="0" sldId="281"/>
        </pc:sldMkLst>
      </pc:sldChg>
      <pc:sldChg chg="del">
        <pc:chgData name="Fernando Artigas" userId="42ae03ea-1a61-40b2-ae6f-f86aa1c7396f" providerId="ADAL" clId="{38AB3A60-5BAC-4A05-936B-1838DFB0DA9B}" dt="2026-02-01T21:04:52.231" v="1067" actId="47"/>
        <pc:sldMkLst>
          <pc:docMk/>
          <pc:sldMk cId="0" sldId="282"/>
        </pc:sldMkLst>
      </pc:sldChg>
      <pc:sldChg chg="del">
        <pc:chgData name="Fernando Artigas" userId="42ae03ea-1a61-40b2-ae6f-f86aa1c7396f" providerId="ADAL" clId="{38AB3A60-5BAC-4A05-936B-1838DFB0DA9B}" dt="2026-02-01T21:04:51.852" v="1066" actId="47"/>
        <pc:sldMkLst>
          <pc:docMk/>
          <pc:sldMk cId="0" sldId="283"/>
        </pc:sldMkLst>
      </pc:sldChg>
      <pc:sldChg chg="del">
        <pc:chgData name="Fernando Artigas" userId="42ae03ea-1a61-40b2-ae6f-f86aa1c7396f" providerId="ADAL" clId="{38AB3A60-5BAC-4A05-936B-1838DFB0DA9B}" dt="2026-02-01T21:04:51.405" v="1065" actId="47"/>
        <pc:sldMkLst>
          <pc:docMk/>
          <pc:sldMk cId="0" sldId="284"/>
        </pc:sldMkLst>
      </pc:sldChg>
      <pc:sldChg chg="del">
        <pc:chgData name="Fernando Artigas" userId="42ae03ea-1a61-40b2-ae6f-f86aa1c7396f" providerId="ADAL" clId="{38AB3A60-5BAC-4A05-936B-1838DFB0DA9B}" dt="2026-02-01T21:04:50.903" v="1064" actId="47"/>
        <pc:sldMkLst>
          <pc:docMk/>
          <pc:sldMk cId="0" sldId="285"/>
        </pc:sldMkLst>
      </pc:sldChg>
      <pc:sldChg chg="del">
        <pc:chgData name="Fernando Artigas" userId="42ae03ea-1a61-40b2-ae6f-f86aa1c7396f" providerId="ADAL" clId="{38AB3A60-5BAC-4A05-936B-1838DFB0DA9B}" dt="2026-02-01T21:04:50.234" v="1063" actId="47"/>
        <pc:sldMkLst>
          <pc:docMk/>
          <pc:sldMk cId="0" sldId="287"/>
        </pc:sldMkLst>
      </pc:sldChg>
      <pc:sldChg chg="del">
        <pc:chgData name="Fernando Artigas" userId="42ae03ea-1a61-40b2-ae6f-f86aa1c7396f" providerId="ADAL" clId="{38AB3A60-5BAC-4A05-936B-1838DFB0DA9B}" dt="2026-02-01T21:04:49.409" v="1062" actId="47"/>
        <pc:sldMkLst>
          <pc:docMk/>
          <pc:sldMk cId="0" sldId="290"/>
        </pc:sldMkLst>
      </pc:sldChg>
      <pc:sldChg chg="del">
        <pc:chgData name="Fernando Artigas" userId="42ae03ea-1a61-40b2-ae6f-f86aa1c7396f" providerId="ADAL" clId="{38AB3A60-5BAC-4A05-936B-1838DFB0DA9B}" dt="2026-02-01T21:04:48.396" v="1061" actId="47"/>
        <pc:sldMkLst>
          <pc:docMk/>
          <pc:sldMk cId="0" sldId="292"/>
        </pc:sldMkLst>
      </pc:sldChg>
      <pc:sldChg chg="addSp modSp add mod">
        <pc:chgData name="Fernando Artigas" userId="42ae03ea-1a61-40b2-ae6f-f86aa1c7396f" providerId="ADAL" clId="{38AB3A60-5BAC-4A05-936B-1838DFB0DA9B}" dt="2026-02-01T20:36:16.947" v="293" actId="1076"/>
        <pc:sldMkLst>
          <pc:docMk/>
          <pc:sldMk cId="609798317" sldId="295"/>
        </pc:sldMkLst>
        <pc:spChg chg="mod">
          <ac:chgData name="Fernando Artigas" userId="42ae03ea-1a61-40b2-ae6f-f86aa1c7396f" providerId="ADAL" clId="{38AB3A60-5BAC-4A05-936B-1838DFB0DA9B}" dt="2026-02-01T17:21:43.044" v="153" actId="14100"/>
          <ac:spMkLst>
            <pc:docMk/>
            <pc:sldMk cId="609798317" sldId="295"/>
            <ac:spMk id="169" creationId="{02FF5F08-74B7-03F3-9258-5A793A866E58}"/>
          </ac:spMkLst>
        </pc:spChg>
        <pc:spChg chg="mod">
          <ac:chgData name="Fernando Artigas" userId="42ae03ea-1a61-40b2-ae6f-f86aa1c7396f" providerId="ADAL" clId="{38AB3A60-5BAC-4A05-936B-1838DFB0DA9B}" dt="2026-02-01T20:36:06.659" v="291" actId="20577"/>
          <ac:spMkLst>
            <pc:docMk/>
            <pc:sldMk cId="609798317" sldId="295"/>
            <ac:spMk id="170" creationId="{5D715995-8745-D4D2-B976-9B39A0076569}"/>
          </ac:spMkLst>
        </pc:spChg>
        <pc:picChg chg="add mod">
          <ac:chgData name="Fernando Artigas" userId="42ae03ea-1a61-40b2-ae6f-f86aa1c7396f" providerId="ADAL" clId="{38AB3A60-5BAC-4A05-936B-1838DFB0DA9B}" dt="2026-02-01T20:36:16.947" v="293" actId="1076"/>
          <ac:picMkLst>
            <pc:docMk/>
            <pc:sldMk cId="609798317" sldId="295"/>
            <ac:picMk id="2" creationId="{619608FE-100C-27E5-D906-C9D83DFAD376}"/>
          </ac:picMkLst>
        </pc:picChg>
      </pc:sldChg>
      <pc:sldChg chg="addSp delSp modSp add mod">
        <pc:chgData name="Fernando Artigas" userId="42ae03ea-1a61-40b2-ae6f-f86aa1c7396f" providerId="ADAL" clId="{38AB3A60-5BAC-4A05-936B-1838DFB0DA9B}" dt="2026-02-01T20:50:31.533" v="487" actId="20577"/>
        <pc:sldMkLst>
          <pc:docMk/>
          <pc:sldMk cId="1470675773" sldId="296"/>
        </pc:sldMkLst>
        <pc:spChg chg="add del">
          <ac:chgData name="Fernando Artigas" userId="42ae03ea-1a61-40b2-ae6f-f86aa1c7396f" providerId="ADAL" clId="{38AB3A60-5BAC-4A05-936B-1838DFB0DA9B}" dt="2026-02-01T17:22:12.461" v="155" actId="22"/>
          <ac:spMkLst>
            <pc:docMk/>
            <pc:sldMk cId="1470675773" sldId="296"/>
            <ac:spMk id="3" creationId="{420D8301-94BF-2D9E-77D6-F3BD997F9798}"/>
          </ac:spMkLst>
        </pc:spChg>
        <pc:spChg chg="mod">
          <ac:chgData name="Fernando Artigas" userId="42ae03ea-1a61-40b2-ae6f-f86aa1c7396f" providerId="ADAL" clId="{38AB3A60-5BAC-4A05-936B-1838DFB0DA9B}" dt="2026-02-01T17:22:40.418" v="159" actId="20577"/>
          <ac:spMkLst>
            <pc:docMk/>
            <pc:sldMk cId="1470675773" sldId="296"/>
            <ac:spMk id="169" creationId="{3A0DC30F-27CF-4C9D-0D5A-8021E7A5475F}"/>
          </ac:spMkLst>
        </pc:spChg>
        <pc:spChg chg="mod">
          <ac:chgData name="Fernando Artigas" userId="42ae03ea-1a61-40b2-ae6f-f86aa1c7396f" providerId="ADAL" clId="{38AB3A60-5BAC-4A05-936B-1838DFB0DA9B}" dt="2026-02-01T20:50:31.533" v="487" actId="20577"/>
          <ac:spMkLst>
            <pc:docMk/>
            <pc:sldMk cId="1470675773" sldId="296"/>
            <ac:spMk id="170" creationId="{CBDF1A0C-9E1E-C6A7-DF22-7AD3D8C6B998}"/>
          </ac:spMkLst>
        </pc:spChg>
      </pc:sldChg>
      <pc:sldChg chg="addSp modSp add mod">
        <pc:chgData name="Fernando Artigas" userId="42ae03ea-1a61-40b2-ae6f-f86aa1c7396f" providerId="ADAL" clId="{38AB3A60-5BAC-4A05-936B-1838DFB0DA9B}" dt="2026-02-01T20:47:17.716" v="385" actId="1076"/>
        <pc:sldMkLst>
          <pc:docMk/>
          <pc:sldMk cId="3925441883" sldId="297"/>
        </pc:sldMkLst>
        <pc:spChg chg="mod">
          <ac:chgData name="Fernando Artigas" userId="42ae03ea-1a61-40b2-ae6f-f86aa1c7396f" providerId="ADAL" clId="{38AB3A60-5BAC-4A05-936B-1838DFB0DA9B}" dt="2026-02-01T20:47:12.657" v="383"/>
          <ac:spMkLst>
            <pc:docMk/>
            <pc:sldMk cId="3925441883" sldId="297"/>
            <ac:spMk id="3" creationId="{2158EF72-1A8E-C85B-FFD3-D6EE1B1045C9}"/>
          </ac:spMkLst>
        </pc:spChg>
        <pc:spChg chg="mod">
          <ac:chgData name="Fernando Artigas" userId="42ae03ea-1a61-40b2-ae6f-f86aa1c7396f" providerId="ADAL" clId="{38AB3A60-5BAC-4A05-936B-1838DFB0DA9B}" dt="2026-02-01T20:47:12.657" v="383"/>
          <ac:spMkLst>
            <pc:docMk/>
            <pc:sldMk cId="3925441883" sldId="297"/>
            <ac:spMk id="4" creationId="{DEC2EA85-158F-7851-B286-C802936B3EAF}"/>
          </ac:spMkLst>
        </pc:spChg>
        <pc:spChg chg="mod">
          <ac:chgData name="Fernando Artigas" userId="42ae03ea-1a61-40b2-ae6f-f86aa1c7396f" providerId="ADAL" clId="{38AB3A60-5BAC-4A05-936B-1838DFB0DA9B}" dt="2026-02-01T20:47:12.657" v="383"/>
          <ac:spMkLst>
            <pc:docMk/>
            <pc:sldMk cId="3925441883" sldId="297"/>
            <ac:spMk id="5" creationId="{1F7722C7-47C9-0D48-8524-5F45D13B1C99}"/>
          </ac:spMkLst>
        </pc:spChg>
        <pc:spChg chg="mod">
          <ac:chgData name="Fernando Artigas" userId="42ae03ea-1a61-40b2-ae6f-f86aa1c7396f" providerId="ADAL" clId="{38AB3A60-5BAC-4A05-936B-1838DFB0DA9B}" dt="2026-02-01T17:23:02.263" v="161" actId="20577"/>
          <ac:spMkLst>
            <pc:docMk/>
            <pc:sldMk cId="3925441883" sldId="297"/>
            <ac:spMk id="169" creationId="{1F039F50-6AE6-74D9-2A25-584BB88ADF6F}"/>
          </ac:spMkLst>
        </pc:spChg>
        <pc:grpChg chg="add mod">
          <ac:chgData name="Fernando Artigas" userId="42ae03ea-1a61-40b2-ae6f-f86aa1c7396f" providerId="ADAL" clId="{38AB3A60-5BAC-4A05-936B-1838DFB0DA9B}" dt="2026-02-01T20:47:17.716" v="385" actId="1076"/>
          <ac:grpSpMkLst>
            <pc:docMk/>
            <pc:sldMk cId="3925441883" sldId="297"/>
            <ac:grpSpMk id="2" creationId="{A03061D1-6C77-2F4F-DA29-349245F9814A}"/>
          </ac:grpSpMkLst>
        </pc:grpChg>
      </pc:sldChg>
      <pc:sldChg chg="addSp delSp modSp add mod">
        <pc:chgData name="Fernando Artigas" userId="42ae03ea-1a61-40b2-ae6f-f86aa1c7396f" providerId="ADAL" clId="{38AB3A60-5BAC-4A05-936B-1838DFB0DA9B}" dt="2026-02-01T20:31:50.859" v="239" actId="6549"/>
        <pc:sldMkLst>
          <pc:docMk/>
          <pc:sldMk cId="2866537843" sldId="298"/>
        </pc:sldMkLst>
        <pc:spChg chg="add mod">
          <ac:chgData name="Fernando Artigas" userId="42ae03ea-1a61-40b2-ae6f-f86aa1c7396f" providerId="ADAL" clId="{38AB3A60-5BAC-4A05-936B-1838DFB0DA9B}" dt="2026-02-01T20:31:50.859" v="239" actId="6549"/>
          <ac:spMkLst>
            <pc:docMk/>
            <pc:sldMk cId="2866537843" sldId="298"/>
            <ac:spMk id="2" creationId="{384F8943-E3F4-2A5C-53B6-A9871FDA449E}"/>
          </ac:spMkLst>
        </pc:spChg>
        <pc:spChg chg="mod">
          <ac:chgData name="Fernando Artigas" userId="42ae03ea-1a61-40b2-ae6f-f86aa1c7396f" providerId="ADAL" clId="{38AB3A60-5BAC-4A05-936B-1838DFB0DA9B}" dt="2026-02-01T20:29:45.716" v="224" actId="20577"/>
          <ac:spMkLst>
            <pc:docMk/>
            <pc:sldMk cId="2866537843" sldId="298"/>
            <ac:spMk id="251" creationId="{53FC9DB7-05BA-5C9C-EF58-971214DB6DC7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3" creationId="{16D90D2C-802B-FE8F-17A4-2B3801BE97E3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4" creationId="{56BA7C5F-D994-4C01-2DA8-CEDD96FEBAD3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5" creationId="{7BC214EA-5C1E-536C-C2C9-F6D71A3BEC2B}"/>
          </ac:spMkLst>
        </pc:spChg>
        <pc:spChg chg="del">
          <ac:chgData name="Fernando Artigas" userId="42ae03ea-1a61-40b2-ae6f-f86aa1c7396f" providerId="ADAL" clId="{38AB3A60-5BAC-4A05-936B-1838DFB0DA9B}" dt="2026-02-01T20:25:01.183" v="181" actId="478"/>
          <ac:spMkLst>
            <pc:docMk/>
            <pc:sldMk cId="2866537843" sldId="298"/>
            <ac:spMk id="256" creationId="{AB812526-0B10-A6B9-5329-C82BF6548EE3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7" creationId="{C100665A-1DAA-B9CF-1640-954268216B01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8" creationId="{665CBD94-828D-DBFD-FE7B-C52057944089}"/>
          </ac:spMkLst>
        </pc:spChg>
        <pc:spChg chg="del">
          <ac:chgData name="Fernando Artigas" userId="42ae03ea-1a61-40b2-ae6f-f86aa1c7396f" providerId="ADAL" clId="{38AB3A60-5BAC-4A05-936B-1838DFB0DA9B}" dt="2026-02-01T20:24:59.855" v="180" actId="478"/>
          <ac:spMkLst>
            <pc:docMk/>
            <pc:sldMk cId="2866537843" sldId="298"/>
            <ac:spMk id="259" creationId="{6668B74B-C7A0-9B7C-402B-9DDD99D6AAD2}"/>
          </ac:spMkLst>
        </pc:spChg>
        <pc:picChg chg="add mod">
          <ac:chgData name="Fernando Artigas" userId="42ae03ea-1a61-40b2-ae6f-f86aa1c7396f" providerId="ADAL" clId="{38AB3A60-5BAC-4A05-936B-1838DFB0DA9B}" dt="2026-02-01T20:29:22.909" v="198" actId="1076"/>
          <ac:picMkLst>
            <pc:docMk/>
            <pc:sldMk cId="2866537843" sldId="298"/>
            <ac:picMk id="3" creationId="{E671A5FF-B6B7-3BDC-80D2-8761C11D6312}"/>
          </ac:picMkLst>
        </pc:picChg>
        <pc:picChg chg="del">
          <ac:chgData name="Fernando Artigas" userId="42ae03ea-1a61-40b2-ae6f-f86aa1c7396f" providerId="ADAL" clId="{38AB3A60-5BAC-4A05-936B-1838DFB0DA9B}" dt="2026-02-01T20:25:01.923" v="182" actId="478"/>
          <ac:picMkLst>
            <pc:docMk/>
            <pc:sldMk cId="2866537843" sldId="298"/>
            <ac:picMk id="19" creationId="{6078CE57-6D4D-2265-26B8-44677167946B}"/>
          </ac:picMkLst>
        </pc:picChg>
        <pc:picChg chg="add mod">
          <ac:chgData name="Fernando Artigas" userId="42ae03ea-1a61-40b2-ae6f-f86aa1c7396f" providerId="ADAL" clId="{38AB3A60-5BAC-4A05-936B-1838DFB0DA9B}" dt="2026-02-01T20:29:20.100" v="197" actId="1076"/>
          <ac:picMkLst>
            <pc:docMk/>
            <pc:sldMk cId="2866537843" sldId="298"/>
            <ac:picMk id="1026" creationId="{3E0EA23C-6318-7743-D13F-3E7197329896}"/>
          </ac:picMkLst>
        </pc:picChg>
        <pc:picChg chg="add mod">
          <ac:chgData name="Fernando Artigas" userId="42ae03ea-1a61-40b2-ae6f-f86aa1c7396f" providerId="ADAL" clId="{38AB3A60-5BAC-4A05-936B-1838DFB0DA9B}" dt="2026-02-01T20:30:59.568" v="236" actId="1076"/>
          <ac:picMkLst>
            <pc:docMk/>
            <pc:sldMk cId="2866537843" sldId="298"/>
            <ac:picMk id="1028" creationId="{80FFCA55-78C3-AE8D-8422-4F577BAE8E54}"/>
          </ac:picMkLst>
        </pc:picChg>
        <pc:cxnChg chg="del mod">
          <ac:chgData name="Fernando Artigas" userId="42ae03ea-1a61-40b2-ae6f-f86aa1c7396f" providerId="ADAL" clId="{38AB3A60-5BAC-4A05-936B-1838DFB0DA9B}" dt="2026-02-01T20:24:59.855" v="180" actId="478"/>
          <ac:cxnSpMkLst>
            <pc:docMk/>
            <pc:sldMk cId="2866537843" sldId="298"/>
            <ac:cxnSpMk id="260" creationId="{8594877F-F1A8-99C1-CF63-380DDD3CE442}"/>
          </ac:cxnSpMkLst>
        </pc:cxnChg>
        <pc:cxnChg chg="del mod">
          <ac:chgData name="Fernando Artigas" userId="42ae03ea-1a61-40b2-ae6f-f86aa1c7396f" providerId="ADAL" clId="{38AB3A60-5BAC-4A05-936B-1838DFB0DA9B}" dt="2026-02-01T20:24:59.855" v="180" actId="478"/>
          <ac:cxnSpMkLst>
            <pc:docMk/>
            <pc:sldMk cId="2866537843" sldId="298"/>
            <ac:cxnSpMk id="261" creationId="{09946275-47DC-AD33-F789-F2E519205EBC}"/>
          </ac:cxnSpMkLst>
        </pc:cxnChg>
        <pc:cxnChg chg="del mod">
          <ac:chgData name="Fernando Artigas" userId="42ae03ea-1a61-40b2-ae6f-f86aa1c7396f" providerId="ADAL" clId="{38AB3A60-5BAC-4A05-936B-1838DFB0DA9B}" dt="2026-02-01T20:24:59.855" v="180" actId="478"/>
          <ac:cxnSpMkLst>
            <pc:docMk/>
            <pc:sldMk cId="2866537843" sldId="298"/>
            <ac:cxnSpMk id="262" creationId="{CF497E04-B6E6-E8B6-DADB-CAE2E6FE0C99}"/>
          </ac:cxnSpMkLst>
        </pc:cxnChg>
        <pc:cxnChg chg="del mod">
          <ac:chgData name="Fernando Artigas" userId="42ae03ea-1a61-40b2-ae6f-f86aa1c7396f" providerId="ADAL" clId="{38AB3A60-5BAC-4A05-936B-1838DFB0DA9B}" dt="2026-02-01T20:24:59.855" v="180" actId="478"/>
          <ac:cxnSpMkLst>
            <pc:docMk/>
            <pc:sldMk cId="2866537843" sldId="298"/>
            <ac:cxnSpMk id="263" creationId="{4B631116-B42D-219B-1C3D-A902A131A63F}"/>
          </ac:cxnSpMkLst>
        </pc:cxnChg>
      </pc:sldChg>
      <pc:sldChg chg="addSp delSp modSp add mod ord">
        <pc:chgData name="Fernando Artigas" userId="42ae03ea-1a61-40b2-ae6f-f86aa1c7396f" providerId="ADAL" clId="{38AB3A60-5BAC-4A05-936B-1838DFB0DA9B}" dt="2026-02-01T20:33:43.553" v="249"/>
        <pc:sldMkLst>
          <pc:docMk/>
          <pc:sldMk cId="2651233736" sldId="299"/>
        </pc:sldMkLst>
        <pc:spChg chg="del">
          <ac:chgData name="Fernando Artigas" userId="42ae03ea-1a61-40b2-ae6f-f86aa1c7396f" providerId="ADAL" clId="{38AB3A60-5BAC-4A05-936B-1838DFB0DA9B}" dt="2026-02-01T20:33:22.325" v="246" actId="478"/>
          <ac:spMkLst>
            <pc:docMk/>
            <pc:sldMk cId="2651233736" sldId="299"/>
            <ac:spMk id="2" creationId="{9E45CCC5-4CEB-390E-DF84-1CE3F11351F1}"/>
          </ac:spMkLst>
        </pc:spChg>
        <pc:spChg chg="mod">
          <ac:chgData name="Fernando Artigas" userId="42ae03ea-1a61-40b2-ae6f-f86aa1c7396f" providerId="ADAL" clId="{38AB3A60-5BAC-4A05-936B-1838DFB0DA9B}" dt="2026-02-01T20:33:10.617" v="245"/>
          <ac:spMkLst>
            <pc:docMk/>
            <pc:sldMk cId="2651233736" sldId="299"/>
            <ac:spMk id="251" creationId="{2ABFA7F3-3195-A006-A9DF-CE2A7E83C382}"/>
          </ac:spMkLst>
        </pc:spChg>
        <pc:picChg chg="del">
          <ac:chgData name="Fernando Artigas" userId="42ae03ea-1a61-40b2-ae6f-f86aa1c7396f" providerId="ADAL" clId="{38AB3A60-5BAC-4A05-936B-1838DFB0DA9B}" dt="2026-02-01T20:33:22.325" v="246" actId="478"/>
          <ac:picMkLst>
            <pc:docMk/>
            <pc:sldMk cId="2651233736" sldId="299"/>
            <ac:picMk id="3" creationId="{9C67DB72-F73F-62FC-4A86-918759306B0F}"/>
          </ac:picMkLst>
        </pc:picChg>
        <pc:picChg chg="add mod">
          <ac:chgData name="Fernando Artigas" userId="42ae03ea-1a61-40b2-ae6f-f86aa1c7396f" providerId="ADAL" clId="{38AB3A60-5BAC-4A05-936B-1838DFB0DA9B}" dt="2026-02-01T20:33:26.852" v="248" actId="1076"/>
          <ac:picMkLst>
            <pc:docMk/>
            <pc:sldMk cId="2651233736" sldId="299"/>
            <ac:picMk id="4" creationId="{DE3B149F-21D3-1D66-9850-DE8FED08B094}"/>
          </ac:picMkLst>
        </pc:picChg>
        <pc:picChg chg="add mod">
          <ac:chgData name="Fernando Artigas" userId="42ae03ea-1a61-40b2-ae6f-f86aa1c7396f" providerId="ADAL" clId="{38AB3A60-5BAC-4A05-936B-1838DFB0DA9B}" dt="2026-02-01T20:33:43.553" v="249"/>
          <ac:picMkLst>
            <pc:docMk/>
            <pc:sldMk cId="2651233736" sldId="299"/>
            <ac:picMk id="5" creationId="{9369004F-CD1D-B4A1-500B-FEAD1F0CF96D}"/>
          </ac:picMkLst>
        </pc:picChg>
        <pc:picChg chg="del">
          <ac:chgData name="Fernando Artigas" userId="42ae03ea-1a61-40b2-ae6f-f86aa1c7396f" providerId="ADAL" clId="{38AB3A60-5BAC-4A05-936B-1838DFB0DA9B}" dt="2026-02-01T20:33:22.325" v="246" actId="478"/>
          <ac:picMkLst>
            <pc:docMk/>
            <pc:sldMk cId="2651233736" sldId="299"/>
            <ac:picMk id="1026" creationId="{CF33F6F8-BAA9-DC6B-0345-BF8DB18A38B8}"/>
          </ac:picMkLst>
        </pc:picChg>
        <pc:picChg chg="del">
          <ac:chgData name="Fernando Artigas" userId="42ae03ea-1a61-40b2-ae6f-f86aa1c7396f" providerId="ADAL" clId="{38AB3A60-5BAC-4A05-936B-1838DFB0DA9B}" dt="2026-02-01T20:33:22.325" v="246" actId="478"/>
          <ac:picMkLst>
            <pc:docMk/>
            <pc:sldMk cId="2651233736" sldId="299"/>
            <ac:picMk id="1028" creationId="{5FE38878-DA36-D50E-154D-194E152A15F4}"/>
          </ac:picMkLst>
        </pc:picChg>
      </pc:sldChg>
      <pc:sldChg chg="add del">
        <pc:chgData name="Fernando Artigas" userId="42ae03ea-1a61-40b2-ae6f-f86aa1c7396f" providerId="ADAL" clId="{38AB3A60-5BAC-4A05-936B-1838DFB0DA9B}" dt="2026-02-01T22:57:10.388" v="1081" actId="47"/>
        <pc:sldMkLst>
          <pc:docMk/>
          <pc:sldMk cId="1313374165" sldId="300"/>
        </pc:sldMkLst>
      </pc:sldChg>
      <pc:sldChg chg="addSp delSp modSp add mod">
        <pc:chgData name="Fernando Artigas" userId="42ae03ea-1a61-40b2-ae6f-f86aa1c7396f" providerId="ADAL" clId="{38AB3A60-5BAC-4A05-936B-1838DFB0DA9B}" dt="2026-02-01T20:34:21.990" v="256"/>
        <pc:sldMkLst>
          <pc:docMk/>
          <pc:sldMk cId="2573027660" sldId="301"/>
        </pc:sldMkLst>
        <pc:spChg chg="mod">
          <ac:chgData name="Fernando Artigas" userId="42ae03ea-1a61-40b2-ae6f-f86aa1c7396f" providerId="ADAL" clId="{38AB3A60-5BAC-4A05-936B-1838DFB0DA9B}" dt="2026-02-01T20:33:58.257" v="251"/>
          <ac:spMkLst>
            <pc:docMk/>
            <pc:sldMk cId="2573027660" sldId="301"/>
            <ac:spMk id="251" creationId="{BBCED13F-D525-DFD7-DA4C-ED8818EB99BE}"/>
          </ac:spMkLst>
        </pc:spChg>
        <pc:picChg chg="add mod">
          <ac:chgData name="Fernando Artigas" userId="42ae03ea-1a61-40b2-ae6f-f86aa1c7396f" providerId="ADAL" clId="{38AB3A60-5BAC-4A05-936B-1838DFB0DA9B}" dt="2026-02-01T20:34:12.392" v="255" actId="1076"/>
          <ac:picMkLst>
            <pc:docMk/>
            <pc:sldMk cId="2573027660" sldId="301"/>
            <ac:picMk id="2" creationId="{AB3C121D-BA3F-DA64-AB62-66EBCD2AEB20}"/>
          </ac:picMkLst>
        </pc:picChg>
        <pc:picChg chg="add mod">
          <ac:chgData name="Fernando Artigas" userId="42ae03ea-1a61-40b2-ae6f-f86aa1c7396f" providerId="ADAL" clId="{38AB3A60-5BAC-4A05-936B-1838DFB0DA9B}" dt="2026-02-01T20:34:21.990" v="256"/>
          <ac:picMkLst>
            <pc:docMk/>
            <pc:sldMk cId="2573027660" sldId="301"/>
            <ac:picMk id="3" creationId="{FE060977-1333-3321-EDEB-D9274406E39A}"/>
          </ac:picMkLst>
        </pc:picChg>
        <pc:picChg chg="del">
          <ac:chgData name="Fernando Artigas" userId="42ae03ea-1a61-40b2-ae6f-f86aa1c7396f" providerId="ADAL" clId="{38AB3A60-5BAC-4A05-936B-1838DFB0DA9B}" dt="2026-02-01T20:34:06.289" v="253" actId="478"/>
          <ac:picMkLst>
            <pc:docMk/>
            <pc:sldMk cId="2573027660" sldId="301"/>
            <ac:picMk id="4" creationId="{6000FA13-3191-0FC9-9E1C-30436B7FFEF8}"/>
          </ac:picMkLst>
        </pc:picChg>
      </pc:sldChg>
      <pc:sldChg chg="addSp delSp modSp add mod">
        <pc:chgData name="Fernando Artigas" userId="42ae03ea-1a61-40b2-ae6f-f86aa1c7396f" providerId="ADAL" clId="{38AB3A60-5BAC-4A05-936B-1838DFB0DA9B}" dt="2026-02-01T20:37:25.289" v="315" actId="1076"/>
        <pc:sldMkLst>
          <pc:docMk/>
          <pc:sldMk cId="7929774" sldId="302"/>
        </pc:sldMkLst>
        <pc:spChg chg="add mod">
          <ac:chgData name="Fernando Artigas" userId="42ae03ea-1a61-40b2-ae6f-f86aa1c7396f" providerId="ADAL" clId="{38AB3A60-5BAC-4A05-936B-1838DFB0DA9B}" dt="2026-02-01T20:35:29.491" v="264"/>
          <ac:spMkLst>
            <pc:docMk/>
            <pc:sldMk cId="7929774" sldId="302"/>
            <ac:spMk id="3" creationId="{D2762928-D0EB-ACAD-72FF-3B4F7A87EB9A}"/>
          </ac:spMkLst>
        </pc:spChg>
        <pc:spChg chg="mod">
          <ac:chgData name="Fernando Artigas" userId="42ae03ea-1a61-40b2-ae6f-f86aa1c7396f" providerId="ADAL" clId="{38AB3A60-5BAC-4A05-936B-1838DFB0DA9B}" dt="2026-02-01T20:37:11.260" v="310" actId="20577"/>
          <ac:spMkLst>
            <pc:docMk/>
            <pc:sldMk cId="7929774" sldId="302"/>
            <ac:spMk id="251" creationId="{1DBF2F74-7E40-5299-E1D4-24F2B1B96FF0}"/>
          </ac:spMkLst>
        </pc:spChg>
        <pc:picChg chg="del">
          <ac:chgData name="Fernando Artigas" userId="42ae03ea-1a61-40b2-ae6f-f86aa1c7396f" providerId="ADAL" clId="{38AB3A60-5BAC-4A05-936B-1838DFB0DA9B}" dt="2026-02-01T20:35:29.317" v="263" actId="478"/>
          <ac:picMkLst>
            <pc:docMk/>
            <pc:sldMk cId="7929774" sldId="302"/>
            <ac:picMk id="2" creationId="{F24469DB-CB93-6A11-6F30-7D3E04F695C0}"/>
          </ac:picMkLst>
        </pc:picChg>
        <pc:picChg chg="add mod">
          <ac:chgData name="Fernando Artigas" userId="42ae03ea-1a61-40b2-ae6f-f86aa1c7396f" providerId="ADAL" clId="{38AB3A60-5BAC-4A05-936B-1838DFB0DA9B}" dt="2026-02-01T20:35:29.491" v="264"/>
          <ac:picMkLst>
            <pc:docMk/>
            <pc:sldMk cId="7929774" sldId="302"/>
            <ac:picMk id="4" creationId="{2A297609-A38B-266B-EDC5-8B9C1F49ECD6}"/>
          </ac:picMkLst>
        </pc:picChg>
        <pc:picChg chg="add del mod">
          <ac:chgData name="Fernando Artigas" userId="42ae03ea-1a61-40b2-ae6f-f86aa1c7396f" providerId="ADAL" clId="{38AB3A60-5BAC-4A05-936B-1838DFB0DA9B}" dt="2026-02-01T20:37:16.275" v="311" actId="478"/>
          <ac:picMkLst>
            <pc:docMk/>
            <pc:sldMk cId="7929774" sldId="302"/>
            <ac:picMk id="5" creationId="{E11A5446-6E3E-32B0-D5F0-13F58F2C29BF}"/>
          </ac:picMkLst>
        </pc:picChg>
        <pc:picChg chg="add mod">
          <ac:chgData name="Fernando Artigas" userId="42ae03ea-1a61-40b2-ae6f-f86aa1c7396f" providerId="ADAL" clId="{38AB3A60-5BAC-4A05-936B-1838DFB0DA9B}" dt="2026-02-01T20:37:25.289" v="315" actId="1076"/>
          <ac:picMkLst>
            <pc:docMk/>
            <pc:sldMk cId="7929774" sldId="302"/>
            <ac:picMk id="6" creationId="{D78F602B-1D60-FCBE-AAED-506FAC351F13}"/>
          </ac:picMkLst>
        </pc:picChg>
      </pc:sldChg>
      <pc:sldChg chg="add">
        <pc:chgData name="Fernando Artigas" userId="42ae03ea-1a61-40b2-ae6f-f86aa1c7396f" providerId="ADAL" clId="{38AB3A60-5BAC-4A05-936B-1838DFB0DA9B}" dt="2026-02-01T20:36:52.295" v="294"/>
        <pc:sldMkLst>
          <pc:docMk/>
          <pc:sldMk cId="2052155701" sldId="303"/>
        </pc:sldMkLst>
      </pc:sldChg>
      <pc:sldChg chg="addSp delSp modSp add mod ord">
        <pc:chgData name="Fernando Artigas" userId="42ae03ea-1a61-40b2-ae6f-f86aa1c7396f" providerId="ADAL" clId="{38AB3A60-5BAC-4A05-936B-1838DFB0DA9B}" dt="2026-02-01T20:46:40.750" v="382" actId="1076"/>
        <pc:sldMkLst>
          <pc:docMk/>
          <pc:sldMk cId="2056654865" sldId="304"/>
        </pc:sldMkLst>
        <pc:spChg chg="mod">
          <ac:chgData name="Fernando Artigas" userId="42ae03ea-1a61-40b2-ae6f-f86aa1c7396f" providerId="ADAL" clId="{38AB3A60-5BAC-4A05-936B-1838DFB0DA9B}" dt="2026-02-01T20:44:34.685" v="373" actId="6549"/>
          <ac:spMkLst>
            <pc:docMk/>
            <pc:sldMk cId="2056654865" sldId="304"/>
            <ac:spMk id="2" creationId="{1F2D4614-C0FF-9B18-58C4-A18BDDFFECA5}"/>
          </ac:spMkLst>
        </pc:spChg>
        <pc:spChg chg="add del mod">
          <ac:chgData name="Fernando Artigas" userId="42ae03ea-1a61-40b2-ae6f-f86aa1c7396f" providerId="ADAL" clId="{38AB3A60-5BAC-4A05-936B-1838DFB0DA9B}" dt="2026-02-01T20:46:29.611" v="380" actId="478"/>
          <ac:spMkLst>
            <pc:docMk/>
            <pc:sldMk cId="2056654865" sldId="304"/>
            <ac:spMk id="4" creationId="{D26638FB-898E-C837-2430-09B7E6D565CF}"/>
          </ac:spMkLst>
        </pc:spChg>
        <pc:spChg chg="add mod">
          <ac:chgData name="Fernando Artigas" userId="42ae03ea-1a61-40b2-ae6f-f86aa1c7396f" providerId="ADAL" clId="{38AB3A60-5BAC-4A05-936B-1838DFB0DA9B}" dt="2026-02-01T20:46:40.750" v="382" actId="1076"/>
          <ac:spMkLst>
            <pc:docMk/>
            <pc:sldMk cId="2056654865" sldId="304"/>
            <ac:spMk id="5" creationId="{DD0C6B08-9646-C516-15E8-C10438A6C6C3}"/>
          </ac:spMkLst>
        </pc:spChg>
        <pc:spChg chg="mod">
          <ac:chgData name="Fernando Artigas" userId="42ae03ea-1a61-40b2-ae6f-f86aa1c7396f" providerId="ADAL" clId="{38AB3A60-5BAC-4A05-936B-1838DFB0DA9B}" dt="2026-02-01T20:40:04.253" v="361" actId="20577"/>
          <ac:spMkLst>
            <pc:docMk/>
            <pc:sldMk cId="2056654865" sldId="304"/>
            <ac:spMk id="251" creationId="{06FE80E7-6AB1-D722-1DC5-EAB44EEDA2AC}"/>
          </ac:spMkLst>
        </pc:spChg>
        <pc:picChg chg="del">
          <ac:chgData name="Fernando Artigas" userId="42ae03ea-1a61-40b2-ae6f-f86aa1c7396f" providerId="ADAL" clId="{38AB3A60-5BAC-4A05-936B-1838DFB0DA9B}" dt="2026-02-01T20:42:23.799" v="362" actId="478"/>
          <ac:picMkLst>
            <pc:docMk/>
            <pc:sldMk cId="2056654865" sldId="304"/>
            <ac:picMk id="3" creationId="{2580A2CD-742B-0FE3-927B-5D7B5CDB45A7}"/>
          </ac:picMkLst>
        </pc:picChg>
        <pc:picChg chg="del">
          <ac:chgData name="Fernando Artigas" userId="42ae03ea-1a61-40b2-ae6f-f86aa1c7396f" providerId="ADAL" clId="{38AB3A60-5BAC-4A05-936B-1838DFB0DA9B}" dt="2026-02-01T20:42:24.419" v="363" actId="478"/>
          <ac:picMkLst>
            <pc:docMk/>
            <pc:sldMk cId="2056654865" sldId="304"/>
            <ac:picMk id="1026" creationId="{2841013C-3DC6-CB2F-FADB-0B763B80B2FB}"/>
          </ac:picMkLst>
        </pc:picChg>
        <pc:picChg chg="del">
          <ac:chgData name="Fernando Artigas" userId="42ae03ea-1a61-40b2-ae6f-f86aa1c7396f" providerId="ADAL" clId="{38AB3A60-5BAC-4A05-936B-1838DFB0DA9B}" dt="2026-02-01T20:42:25.019" v="364" actId="478"/>
          <ac:picMkLst>
            <pc:docMk/>
            <pc:sldMk cId="2056654865" sldId="304"/>
            <ac:picMk id="1028" creationId="{0A26207B-541A-63C1-0A9B-C699D511C54E}"/>
          </ac:picMkLst>
        </pc:picChg>
        <pc:picChg chg="add mod">
          <ac:chgData name="Fernando Artigas" userId="42ae03ea-1a61-40b2-ae6f-f86aa1c7396f" providerId="ADAL" clId="{38AB3A60-5BAC-4A05-936B-1838DFB0DA9B}" dt="2026-02-01T20:42:34.015" v="367" actId="1076"/>
          <ac:picMkLst>
            <pc:docMk/>
            <pc:sldMk cId="2056654865" sldId="304"/>
            <ac:picMk id="2050" creationId="{038BB842-E748-EB26-C32F-91CE50790C1B}"/>
          </ac:picMkLst>
        </pc:picChg>
        <pc:picChg chg="add mod">
          <ac:chgData name="Fernando Artigas" userId="42ae03ea-1a61-40b2-ae6f-f86aa1c7396f" providerId="ADAL" clId="{38AB3A60-5BAC-4A05-936B-1838DFB0DA9B}" dt="2026-02-01T20:43:59.897" v="371" actId="1076"/>
          <ac:picMkLst>
            <pc:docMk/>
            <pc:sldMk cId="2056654865" sldId="304"/>
            <ac:picMk id="2052" creationId="{A28FD5DC-9599-5E0A-6BFC-5FF0F0939F01}"/>
          </ac:picMkLst>
        </pc:picChg>
        <pc:picChg chg="add mod">
          <ac:chgData name="Fernando Artigas" userId="42ae03ea-1a61-40b2-ae6f-f86aa1c7396f" providerId="ADAL" clId="{38AB3A60-5BAC-4A05-936B-1838DFB0DA9B}" dt="2026-02-01T20:45:21.624" v="375" actId="1076"/>
          <ac:picMkLst>
            <pc:docMk/>
            <pc:sldMk cId="2056654865" sldId="304"/>
            <ac:picMk id="2054" creationId="{79E35869-B8F5-11B0-1CE5-FCBB9C99F224}"/>
          </ac:picMkLst>
        </pc:picChg>
        <pc:picChg chg="add mod">
          <ac:chgData name="Fernando Artigas" userId="42ae03ea-1a61-40b2-ae6f-f86aa1c7396f" providerId="ADAL" clId="{38AB3A60-5BAC-4A05-936B-1838DFB0DA9B}" dt="2026-02-01T20:45:51.564" v="378" actId="1076"/>
          <ac:picMkLst>
            <pc:docMk/>
            <pc:sldMk cId="2056654865" sldId="304"/>
            <ac:picMk id="2056" creationId="{42A2D264-FC84-FF93-A2D4-8A043ABC09C8}"/>
          </ac:picMkLst>
        </pc:picChg>
      </pc:sldChg>
      <pc:sldMasterChg chg="delSldLayout">
        <pc:chgData name="Fernando Artigas" userId="42ae03ea-1a61-40b2-ae6f-f86aa1c7396f" providerId="ADAL" clId="{38AB3A60-5BAC-4A05-936B-1838DFB0DA9B}" dt="2026-02-01T21:05:04.864" v="1079" actId="47"/>
        <pc:sldMasterMkLst>
          <pc:docMk/>
          <pc:sldMasterMk cId="0" sldId="2147483660"/>
        </pc:sldMasterMkLst>
        <pc:sldLayoutChg chg="del">
          <pc:chgData name="Fernando Artigas" userId="42ae03ea-1a61-40b2-ae6f-f86aa1c7396f" providerId="ADAL" clId="{38AB3A60-5BAC-4A05-936B-1838DFB0DA9B}" dt="2026-02-01T21:05:04.864" v="1079" actId="47"/>
          <pc:sldLayoutMkLst>
            <pc:docMk/>
            <pc:sldMasterMk cId="0" sldId="2147483660"/>
            <pc:sldLayoutMk cId="0" sldId="2147483650"/>
          </pc:sldLayoutMkLst>
        </pc:sldLayoutChg>
        <pc:sldLayoutChg chg="del">
          <pc:chgData name="Fernando Artigas" userId="42ae03ea-1a61-40b2-ae6f-f86aa1c7396f" providerId="ADAL" clId="{38AB3A60-5BAC-4A05-936B-1838DFB0DA9B}" dt="2026-02-01T21:05:01.570" v="1077" actId="47"/>
          <pc:sldLayoutMkLst>
            <pc:docMk/>
            <pc:sldMasterMk cId="0" sldId="2147483660"/>
            <pc:sldLayoutMk cId="0" sldId="2147483654"/>
          </pc:sldLayoutMkLst>
        </pc:sldLayoutChg>
        <pc:sldLayoutChg chg="del">
          <pc:chgData name="Fernando Artigas" userId="42ae03ea-1a61-40b2-ae6f-f86aa1c7396f" providerId="ADAL" clId="{38AB3A60-5BAC-4A05-936B-1838DFB0DA9B}" dt="2026-02-01T21:04:57.664" v="1072" actId="47"/>
          <pc:sldLayoutMkLst>
            <pc:docMk/>
            <pc:sldMasterMk cId="0" sldId="2147483660"/>
            <pc:sldLayoutMk cId="0" sldId="2147483656"/>
          </pc:sldLayoutMkLst>
        </pc:sldLayoutChg>
        <pc:sldLayoutChg chg="del">
          <pc:chgData name="Fernando Artigas" userId="42ae03ea-1a61-40b2-ae6f-f86aa1c7396f" providerId="ADAL" clId="{38AB3A60-5BAC-4A05-936B-1838DFB0DA9B}" dt="2026-02-01T21:05:00.345" v="1075" actId="47"/>
          <pc:sldLayoutMkLst>
            <pc:docMk/>
            <pc:sldMasterMk cId="0" sldId="2147483660"/>
            <pc:sldLayoutMk cId="0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2090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C5CDBE0E-0AE9-6607-955F-F5C46831D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f391192_04:notes">
            <a:extLst>
              <a:ext uri="{FF2B5EF4-FFF2-40B4-BE49-F238E27FC236}">
                <a16:creationId xmlns:a16="http://schemas.microsoft.com/office/drawing/2014/main" id="{F437D00F-EF26-D120-C00F-6AF0EB61C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f391192_04:notes">
            <a:extLst>
              <a:ext uri="{FF2B5EF4-FFF2-40B4-BE49-F238E27FC236}">
                <a16:creationId xmlns:a16="http://schemas.microsoft.com/office/drawing/2014/main" id="{DCD8D91C-659D-63A0-2237-E8648806C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4814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4FC84B22-27EE-3956-AD9C-8D14C804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30C96C4D-B9D0-DB70-4D39-6C28DD6E64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6320A6B0-710D-5602-D74E-719296E41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1377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64848B49-601C-6008-6071-4306AF24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5E03369D-F83D-7E95-DE57-21003DA6B3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ACCBDB8A-008C-C93F-4FE6-AA3B542C4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824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9FD87F2B-DD85-FE0D-7C05-003D6F15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152FDBAC-2A7F-231C-7AC1-D76FBA40E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95F92CFF-A699-AEF8-BC1D-41261EBC6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008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7237C445-D70A-B737-B05E-541747DB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B0C9CE9C-B0FA-23A4-3249-68477B924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FC4B686D-0500-CAF2-F972-88F53C253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9461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ED9C9C0D-3AF8-BCBC-3908-6431DF55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BEC1D337-E049-277F-9131-B1C93AEEAB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94B18895-B0A6-CEB1-D245-B4EAA4DFE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62595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D2FE8C0A-2E76-8C26-EB6B-EE60C2F4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D3FEF673-F7F5-B21C-1593-E1F60ECEB4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82F3FED3-5145-CC64-95C5-715716860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054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DC1CD249-270E-92BA-B61E-BF9367F3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1B555A3E-628D-35E7-5B9A-C9CD48BAB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AF74359C-D636-9D0B-FFCA-BE60C99900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5918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>
          <a:extLst>
            <a:ext uri="{FF2B5EF4-FFF2-40B4-BE49-F238E27FC236}">
              <a16:creationId xmlns:a16="http://schemas.microsoft.com/office/drawing/2014/main" id="{07FF4775-3C24-09DB-2376-D39E54E0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f391192_073:notes">
            <a:extLst>
              <a:ext uri="{FF2B5EF4-FFF2-40B4-BE49-F238E27FC236}">
                <a16:creationId xmlns:a16="http://schemas.microsoft.com/office/drawing/2014/main" id="{2DBFE481-0F19-F257-3D8A-492247CA9F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f391192_073:notes">
            <a:extLst>
              <a:ext uri="{FF2B5EF4-FFF2-40B4-BE49-F238E27FC236}">
                <a16:creationId xmlns:a16="http://schemas.microsoft.com/office/drawing/2014/main" id="{17136FD7-0D38-49AB-8B76-CE2F4EA06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9065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E2F51761-1FE2-A000-B79E-847842A9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f391192_029:notes">
            <a:extLst>
              <a:ext uri="{FF2B5EF4-FFF2-40B4-BE49-F238E27FC236}">
                <a16:creationId xmlns:a16="http://schemas.microsoft.com/office/drawing/2014/main" id="{3595A014-DD5F-AE87-6873-16B756D17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f391192_029:notes">
            <a:extLst>
              <a:ext uri="{FF2B5EF4-FFF2-40B4-BE49-F238E27FC236}">
                <a16:creationId xmlns:a16="http://schemas.microsoft.com/office/drawing/2014/main" id="{34908AAD-DF00-1229-61D6-DB2E236BC7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8045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8" y="-13"/>
            <a:ext cx="7710766" cy="5142022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658575"/>
            <a:ext cx="3620100" cy="3826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BE03E8CB-865C-F078-12C7-FBA6C05CB6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5D5BA27-978A-1213-E604-6AC1117516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2509" y="1499944"/>
            <a:ext cx="2121381" cy="2143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8" y="-15"/>
            <a:ext cx="8946259" cy="5142022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0D9A1AC-8BB2-D6EE-DDCC-0130845F4E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1E343B1-64B4-47FA-D092-5ED384591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E43CE59-C59E-8737-1BC1-1D1308094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51795" y="215633"/>
            <a:ext cx="975093" cy="9853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6" y="-37"/>
            <a:ext cx="6256515" cy="5142022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457200" y="1051625"/>
            <a:ext cx="27723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457200" y="2049800"/>
            <a:ext cx="2772300" cy="24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08E68E2-509E-7D7D-D555-997DF39595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3C0310F-0F47-BB91-F500-F33F0C5BAD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392231" y="1345157"/>
            <a:ext cx="2184841" cy="22077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1" y="-1329"/>
            <a:ext cx="9144884" cy="5147195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A161CC61-D77F-7908-5D82-89C7006DFA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881260CC-932B-A0A5-E61A-1A2B1638B3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071" y="101573"/>
            <a:ext cx="1112729" cy="11243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_1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15" y="-12"/>
            <a:ext cx="9144000" cy="5142760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58C0D3C7-F911-9913-0C9A-A1E1C52543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5" y="-10"/>
            <a:ext cx="9145330" cy="5142763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26661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3400204" y="1592600"/>
            <a:ext cx="2666100" cy="29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" name="Imagen 1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D05FAE25-B5C3-72B3-773B-0CF8F342C1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9331" y="63473"/>
            <a:ext cx="515321" cy="52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55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92600"/>
            <a:ext cx="5215200" cy="29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300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61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g"/><Relationship Id="rId7" Type="http://schemas.openxmlformats.org/officeDocument/2006/relationships/hyperlink" Target="https://learn.microsoft.com/en-gb/users/fernandoartigas-1159/credentials/7f5d0d0be42be6c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>
            <a:spLocks noGrp="1"/>
          </p:cNvSpPr>
          <p:nvPr>
            <p:ph type="ctrTitle"/>
          </p:nvPr>
        </p:nvSpPr>
        <p:spPr>
          <a:xfrm>
            <a:off x="320503" y="1740478"/>
            <a:ext cx="3891279" cy="1937904"/>
          </a:xfrm>
          <a:prstGeom prst="rect">
            <a:avLst/>
          </a:prstGeom>
          <a:ln w="57150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" dirty="0">
                <a:solidFill>
                  <a:srgbClr val="0070C0"/>
                </a:solidFill>
                <a:latin typeface="Jumble" panose="020F0502020204030204" pitchFamily="2" charset="0"/>
              </a:rPr>
              <a:t>TENERIFE</a:t>
            </a:r>
            <a:r>
              <a:rPr lang="en" dirty="0">
                <a:solidFill>
                  <a:srgbClr val="006A6B"/>
                </a:solidFill>
              </a:rPr>
              <a:t> </a:t>
            </a:r>
            <a:r>
              <a:rPr lang="en" dirty="0">
                <a:solidFill>
                  <a:srgbClr val="0070C0"/>
                </a:solidFill>
                <a:latin typeface="Jumble" panose="02000503000000020004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WINTER Sessions</a:t>
            </a:r>
            <a:r>
              <a:rPr lang="en" dirty="0"/>
              <a:t> </a:t>
            </a:r>
            <a:br>
              <a:rPr lang="en" sz="3200" dirty="0">
                <a:solidFill>
                  <a:srgbClr val="00B2C2"/>
                </a:solidFill>
              </a:rPr>
            </a:br>
            <a:r>
              <a:rPr lang="es-ES" sz="2500" dirty="0"/>
              <a:t>Agentes al Rescate: Extendiendo la Integración Business Central–</a:t>
            </a:r>
            <a:r>
              <a:rPr lang="es-ES" sz="2500" dirty="0" err="1"/>
              <a:t>Dataverse</a:t>
            </a:r>
            <a:r>
              <a:rPr lang="es-ES" sz="2500" dirty="0"/>
              <a:t> con</a:t>
            </a:r>
            <a:br>
              <a:rPr lang="es-ES" dirty="0"/>
            </a:br>
            <a:endParaRPr dirty="0"/>
          </a:p>
        </p:txBody>
      </p:sp>
      <p:pic>
        <p:nvPicPr>
          <p:cNvPr id="3" name="Imagen 2" descr="Código QR&#10;&#10;El contenido generado por IA puede ser incorrecto.">
            <a:extLst>
              <a:ext uri="{FF2B5EF4-FFF2-40B4-BE49-F238E27FC236}">
                <a16:creationId xmlns:a16="http://schemas.microsoft.com/office/drawing/2014/main" id="{D68F4D9A-A54A-274F-5EDF-0309FA141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554" y="4067022"/>
            <a:ext cx="963883" cy="972338"/>
          </a:xfrm>
          <a:prstGeom prst="rect">
            <a:avLst/>
          </a:prstGeom>
        </p:spPr>
      </p:pic>
      <p:pic>
        <p:nvPicPr>
          <p:cNvPr id="2" name="Picture 8" descr="Downalod Microsoft Dynamics 365 Business Central icons (logos ...">
            <a:extLst>
              <a:ext uri="{FF2B5EF4-FFF2-40B4-BE49-F238E27FC236}">
                <a16:creationId xmlns:a16="http://schemas.microsoft.com/office/drawing/2014/main" id="{9323E51E-E2F3-0E52-6A3A-9B30AB962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3514" y="1298864"/>
            <a:ext cx="2019755" cy="2019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 Power Platform Logo PNG, SVG, AI Vector – Free Download">
            <a:extLst>
              <a:ext uri="{FF2B5EF4-FFF2-40B4-BE49-F238E27FC236}">
                <a16:creationId xmlns:a16="http://schemas.microsoft.com/office/drawing/2014/main" id="{5C718F62-B437-558B-97FD-02D93DECE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487" y="1922318"/>
            <a:ext cx="888513" cy="93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tHub Copilot: Accelerating Code Development with AI Assistance ...">
            <a:extLst>
              <a:ext uri="{FF2B5EF4-FFF2-40B4-BE49-F238E27FC236}">
                <a16:creationId xmlns:a16="http://schemas.microsoft.com/office/drawing/2014/main" id="{C537F384-B273-B701-620F-0FE4EF7EE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0547" y="3678382"/>
            <a:ext cx="5173753" cy="217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grpSp>
        <p:nvGrpSpPr>
          <p:cNvPr id="215" name="Google Shape;215;p21"/>
          <p:cNvGrpSpPr/>
          <p:nvPr/>
        </p:nvGrpSpPr>
        <p:grpSpPr>
          <a:xfrm>
            <a:off x="7843600" y="2775995"/>
            <a:ext cx="1063404" cy="1257267"/>
            <a:chOff x="7843600" y="2775995"/>
            <a:chExt cx="1063404" cy="1257267"/>
          </a:xfrm>
        </p:grpSpPr>
        <p:sp>
          <p:nvSpPr>
            <p:cNvPr id="216" name="Google Shape;216;p21"/>
            <p:cNvSpPr/>
            <p:nvPr/>
          </p:nvSpPr>
          <p:spPr>
            <a:xfrm>
              <a:off x="8317077" y="3538745"/>
              <a:ext cx="116450" cy="494517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7843600" y="3242988"/>
              <a:ext cx="985792" cy="257051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#Thanks</a:t>
              </a: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218" name="Google Shape;218;p21"/>
            <p:cNvSpPr/>
            <p:nvPr/>
          </p:nvSpPr>
          <p:spPr>
            <a:xfrm>
              <a:off x="8317077" y="2775995"/>
              <a:ext cx="116450" cy="132595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>
              <a:off x="7921212" y="2947296"/>
              <a:ext cx="985792" cy="256985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185738" dist="85725" dir="162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MX" dirty="0">
                  <a:solidFill>
                    <a:schemeClr val="bg1"/>
                  </a:solidFill>
                </a:rPr>
                <a:t>Sponsors</a:t>
              </a:r>
              <a:endParaRPr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Título 9">
            <a:extLst>
              <a:ext uri="{FF2B5EF4-FFF2-40B4-BE49-F238E27FC236}">
                <a16:creationId xmlns:a16="http://schemas.microsoft.com/office/drawing/2014/main" id="{F694BA27-8969-2E17-8D1B-9B6BE409F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58255"/>
            <a:ext cx="6172200" cy="405700"/>
          </a:xfrm>
        </p:spPr>
        <p:txBody>
          <a:bodyPr/>
          <a:lstStyle/>
          <a:p>
            <a:r>
              <a:rPr lang="es-ES" dirty="0">
                <a:latin typeface="Jumble" panose="02000503000000020004" pitchFamily="2" charset="0"/>
              </a:rPr>
              <a:t>NUESTROS PATROCINADORES</a:t>
            </a:r>
            <a:endParaRPr lang="en-US" dirty="0">
              <a:latin typeface="Jumble" panose="02000503000000020004" pitchFamily="2" charset="0"/>
            </a:endParaRPr>
          </a:p>
        </p:txBody>
      </p:sp>
      <p:pic>
        <p:nvPicPr>
          <p:cNvPr id="21" name="Imagen 2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742E2D7F-E5E2-7D77-8D90-D77799F86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065" y="234303"/>
            <a:ext cx="985792" cy="996122"/>
          </a:xfrm>
          <a:prstGeom prst="rect">
            <a:avLst/>
          </a:prstGeom>
        </p:spPr>
      </p:pic>
      <p:pic>
        <p:nvPicPr>
          <p:cNvPr id="3" name="Imagen 2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5066DF0-0E6B-7C12-ADFC-863E456B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196" y="1501851"/>
            <a:ext cx="2224253" cy="74350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69E318B3-195A-4637-BF8B-20415B940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133" y="2216540"/>
            <a:ext cx="2955867" cy="1461512"/>
          </a:xfrm>
          <a:prstGeom prst="rect">
            <a:avLst/>
          </a:prstGeom>
        </p:spPr>
      </p:pic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1BD192B6-737F-6DE4-D7BC-5FCD4BAF7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7105" y="2541766"/>
            <a:ext cx="2982992" cy="298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25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>
            <a:spLocks noGrp="1"/>
          </p:cNvSpPr>
          <p:nvPr>
            <p:ph type="title"/>
          </p:nvPr>
        </p:nvSpPr>
        <p:spPr>
          <a:xfrm>
            <a:off x="457200" y="228265"/>
            <a:ext cx="5466462" cy="117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sz="4000" dirty="0">
                <a:solidFill>
                  <a:schemeClr val="accent5"/>
                </a:solidFill>
              </a:rPr>
              <a:t>Hello There!</a:t>
            </a:r>
            <a:endParaRPr sz="4000" dirty="0">
              <a:solidFill>
                <a:schemeClr val="accent5"/>
              </a:solidFill>
            </a:endParaRPr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1"/>
          </p:nvPr>
        </p:nvSpPr>
        <p:spPr>
          <a:xfrm>
            <a:off x="463711" y="1476627"/>
            <a:ext cx="2772300" cy="24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  <a:latin typeface="Kulim Park"/>
                <a:ea typeface="Kulim Park"/>
                <a:cs typeface="Kulim Park"/>
                <a:sym typeface="Kulim Park"/>
              </a:rPr>
              <a:t>Fernando Artigas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/>
              <a:t>Business Central Technical Consultant with strong expertise in AL &amp; Power platform Integrations. </a:t>
            </a: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/>
          </a:p>
        </p:txBody>
      </p:sp>
      <p:sp>
        <p:nvSpPr>
          <p:cNvPr id="163" name="Google Shape;163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73826F0-C10D-47DF-AB97-5A8D2FA99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3662" y="1309188"/>
            <a:ext cx="2756627" cy="27888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1D168B9-C86B-261E-4EC0-803E0EC92ED3}"/>
              </a:ext>
            </a:extLst>
          </p:cNvPr>
          <p:cNvSpPr txBox="1"/>
          <p:nvPr/>
        </p:nvSpPr>
        <p:spPr>
          <a:xfrm>
            <a:off x="6995160" y="4442074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869234-FEDF-C321-ACF5-B389CE941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366" y="1174173"/>
            <a:ext cx="3307487" cy="34195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0" name="Picture 2" descr="Trade Members">
            <a:extLst>
              <a:ext uri="{FF2B5EF4-FFF2-40B4-BE49-F238E27FC236}">
                <a16:creationId xmlns:a16="http://schemas.microsoft.com/office/drawing/2014/main" id="{D602F8DD-F5B4-CF12-B3F9-380BA4E7D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47" y="3969327"/>
            <a:ext cx="3396646" cy="11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PL-600: Microsoft Power Platform Solution Architect | Cloud Training">
            <a:extLst>
              <a:ext uri="{FF2B5EF4-FFF2-40B4-BE49-F238E27FC236}">
                <a16:creationId xmlns:a16="http://schemas.microsoft.com/office/drawing/2014/main" id="{EBF4ADB4-8EA6-1B9F-09E7-72363C11FE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00" y="3494787"/>
            <a:ext cx="1206587" cy="1206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Un letrero azul con letras blancas&#10;&#10;Descripción generada automáticamente con confianza media">
            <a:hlinkClick r:id="rId7"/>
            <a:extLst>
              <a:ext uri="{FF2B5EF4-FFF2-40B4-BE49-F238E27FC236}">
                <a16:creationId xmlns:a16="http://schemas.microsoft.com/office/drawing/2014/main" id="{95EA7D81-C1B6-F6A4-141D-6778D0969D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298" y="3430205"/>
            <a:ext cx="1319646" cy="13196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>
          <a:extLst>
            <a:ext uri="{FF2B5EF4-FFF2-40B4-BE49-F238E27FC236}">
              <a16:creationId xmlns:a16="http://schemas.microsoft.com/office/drawing/2014/main" id="{9C5B8009-4166-9651-1C76-6289BF39F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A33E40F0-36C8-ADF2-EA45-50AB58966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28265"/>
            <a:ext cx="5466462" cy="117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en" sz="4000" dirty="0">
                <a:solidFill>
                  <a:schemeClr val="accent5"/>
                </a:solidFill>
              </a:rPr>
              <a:t>Hello There!</a:t>
            </a:r>
            <a:endParaRPr sz="4000" dirty="0">
              <a:solidFill>
                <a:schemeClr val="accent5"/>
              </a:solidFill>
            </a:endParaRPr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B2277D1C-3953-7182-1DDE-00F0FE323F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3711" y="1476627"/>
            <a:ext cx="2772300" cy="249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-US" b="1" dirty="0">
                <a:solidFill>
                  <a:schemeClr val="accent1"/>
                </a:solidFill>
                <a:latin typeface="Kulim Park"/>
                <a:ea typeface="Kulim Park"/>
                <a:cs typeface="Kulim Park"/>
                <a:sym typeface="Kulim Park"/>
              </a:rPr>
              <a:t>Fernando Artigas</a:t>
            </a:r>
          </a:p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/>
              <a:t>I love to learn and train mates how to use Business Central and develop with AL. </a:t>
            </a:r>
            <a:endParaRPr lang="en-US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b="1" dirty="0"/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61558BFF-DC99-FCD0-09CA-F84FC9DCCF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49F95E2-24CB-E81E-7854-2F0133DB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3662" y="1309188"/>
            <a:ext cx="2756627" cy="278889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A4D23B4-802A-7850-E3EC-2EEABBF91258}"/>
              </a:ext>
            </a:extLst>
          </p:cNvPr>
          <p:cNvSpPr txBox="1"/>
          <p:nvPr/>
        </p:nvSpPr>
        <p:spPr>
          <a:xfrm>
            <a:off x="6995160" y="4442074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COMPANY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195D60-17B2-7B74-A5E0-DB50AFB59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366" y="1174173"/>
            <a:ext cx="3307487" cy="34195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50" name="Picture 2" descr="Trade Members">
            <a:extLst>
              <a:ext uri="{FF2B5EF4-FFF2-40B4-BE49-F238E27FC236}">
                <a16:creationId xmlns:a16="http://schemas.microsoft.com/office/drawing/2014/main" id="{74213A36-9DEA-3226-83C1-BB0BD9211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47" y="3969327"/>
            <a:ext cx="3396646" cy="117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A830D54-93B0-586A-9429-D7960A6AFB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634" y="3545364"/>
            <a:ext cx="1250972" cy="125097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B546312-E7A1-02EF-DFA0-2C26E0DC23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9902" y="3545364"/>
            <a:ext cx="1256441" cy="125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25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85" name="Google Shape;185;p19"/>
          <p:cNvSpPr txBox="1">
            <a:spLocks noGrp="1"/>
          </p:cNvSpPr>
          <p:nvPr>
            <p:ph type="body" idx="1"/>
          </p:nvPr>
        </p:nvSpPr>
        <p:spPr>
          <a:xfrm>
            <a:off x="297873" y="1592600"/>
            <a:ext cx="5631871" cy="29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s-ES" dirty="0"/>
              <a:t>Introducción a BC y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Platform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dirty="0"/>
              <a:t>Conociendo la integración BC-</a:t>
            </a:r>
            <a:r>
              <a:rPr lang="es-ES" dirty="0" err="1"/>
              <a:t>Dataverse</a:t>
            </a:r>
            <a:endParaRPr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dirty="0" err="1"/>
              <a:t>Copilot</a:t>
            </a:r>
            <a:r>
              <a:rPr lang="es-ES" dirty="0"/>
              <a:t> </a:t>
            </a:r>
            <a:r>
              <a:rPr lang="es-ES" dirty="0" err="1"/>
              <a:t>Agents</a:t>
            </a:r>
            <a:r>
              <a:rPr lang="es-ES" dirty="0"/>
              <a:t> &amp; </a:t>
            </a:r>
            <a:r>
              <a:rPr lang="es-ES" dirty="0" err="1"/>
              <a:t>Skills</a:t>
            </a:r>
            <a:r>
              <a:rPr lang="es-ES" dirty="0"/>
              <a:t> al rescate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dirty="0"/>
              <a:t>Conclusiones</a:t>
            </a:r>
            <a:endParaRPr dirty="0"/>
          </a:p>
        </p:txBody>
      </p:sp>
      <p:sp>
        <p:nvSpPr>
          <p:cNvPr id="186" name="Google Shape;186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1. </a:t>
            </a:r>
            <a:r>
              <a:rPr lang="es-ES" dirty="0"/>
              <a:t>Introducción a BC y </a:t>
            </a: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Platform</a:t>
            </a:r>
            <a:endParaRPr dirty="0"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Comencemos por lo basico!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Microsoft Dynamics 365 Business Central</a:t>
            </a:r>
          </a:p>
        </p:txBody>
      </p:sp>
      <p:sp>
        <p:nvSpPr>
          <p:cNvPr id="252" name="Google Shape;252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007E68-F629-871C-0BC4-DA8737BA3341}"/>
              </a:ext>
            </a:extLst>
          </p:cNvPr>
          <p:cNvSpPr txBox="1"/>
          <p:nvPr/>
        </p:nvSpPr>
        <p:spPr>
          <a:xfrm>
            <a:off x="64387" y="1576256"/>
            <a:ext cx="4463223" cy="102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 una solución en la nube accesible desde cualquier navegador web y dispositivo móvil, que mejora la eficiencia, proporciona una visión unificada del negocio y se integra con otras aplicaciones de Microsoft.</a:t>
            </a: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4" descr="Three business central monitors with the Business Central dashboard on in turquoise.">
            <a:extLst>
              <a:ext uri="{FF2B5EF4-FFF2-40B4-BE49-F238E27FC236}">
                <a16:creationId xmlns:a16="http://schemas.microsoft.com/office/drawing/2014/main" id="{838BB0B4-A700-8861-5E89-5EE83D82D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352" y="2863001"/>
            <a:ext cx="3975213" cy="215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Microsoft Dynamics 365 Business Central - Pioneers IT">
            <a:extLst>
              <a:ext uri="{FF2B5EF4-FFF2-40B4-BE49-F238E27FC236}">
                <a16:creationId xmlns:a16="http://schemas.microsoft.com/office/drawing/2014/main" id="{F4B86BB3-E69B-4B04-EBE6-9D0917216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97" y="2303073"/>
            <a:ext cx="3354651" cy="2643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73D95DCF-36F2-E88F-E403-73A81957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53FC9DB7-05BA-5C9C-EF58-971214DB6D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Microsoft Power Platform</a:t>
            </a:r>
            <a:endParaRPr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417928FC-5912-B4CC-BFF1-E7C40C2DD2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026" name="Picture 2" descr="Power Platform sigue evolucionando - Navex Consulting">
            <a:extLst>
              <a:ext uri="{FF2B5EF4-FFF2-40B4-BE49-F238E27FC236}">
                <a16:creationId xmlns:a16="http://schemas.microsoft.com/office/drawing/2014/main" id="{3E0EA23C-6318-7743-D13F-3E7197329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476" y="2757015"/>
            <a:ext cx="4002458" cy="21513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71A5FF-B6B7-3BDC-80D2-8761C11D6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8" y="3045401"/>
            <a:ext cx="3459126" cy="2030514"/>
          </a:xfrm>
          <a:prstGeom prst="rect">
            <a:avLst/>
          </a:prstGeom>
        </p:spPr>
      </p:pic>
      <p:pic>
        <p:nvPicPr>
          <p:cNvPr id="1028" name="Picture 4" descr="Dynamics 365 Sales, Helps your Team Sell Smarter">
            <a:extLst>
              <a:ext uri="{FF2B5EF4-FFF2-40B4-BE49-F238E27FC236}">
                <a16:creationId xmlns:a16="http://schemas.microsoft.com/office/drawing/2014/main" id="{80FFCA55-78C3-AE8D-8422-4F577BAE8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127" y="1408622"/>
            <a:ext cx="2735967" cy="15389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4F8943-E3F4-2A5C-53B6-A9871FDA449E}"/>
              </a:ext>
            </a:extLst>
          </p:cNvPr>
          <p:cNvSpPr txBox="1"/>
          <p:nvPr/>
        </p:nvSpPr>
        <p:spPr>
          <a:xfrm>
            <a:off x="64387" y="1576256"/>
            <a:ext cx="4463223" cy="1507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Microsoft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Platform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 un conjunto de herramientas "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low-code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" (bajo código) de Microsoft diseñado para optimizar procesos empresariales. Permite a usuarios de cualquier perfil, técnico o no, crear aplicaciones personalizadas (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Apps), analizar datos (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BI), automatizar flujos de trabajo (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Automate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y crear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chatbots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Studio). </a:t>
            </a: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53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FE1324D-8312-09A5-298D-8E72BDCE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02FF5F08-74B7-03F3-9258-5A793A866E5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2123600"/>
            <a:ext cx="5548745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1. </a:t>
            </a:r>
            <a:r>
              <a:rPr lang="es-ES" dirty="0"/>
              <a:t>Conociendo la integración BC-</a:t>
            </a:r>
            <a:r>
              <a:rPr lang="es-ES" dirty="0" err="1"/>
              <a:t>Dataverse</a:t>
            </a:r>
            <a:endParaRPr dirty="0"/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5D715995-8745-D4D2-B976-9B39A00765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Soluciones Out of the box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9608FE-100C-27E5-D906-C9D83DFAD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459" y="2016252"/>
            <a:ext cx="3127248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98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640E680C-B33E-AAAC-BB94-E882DEE3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2ABFA7F3-3195-A006-A9DF-CE2A7E83C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Business </a:t>
            </a:r>
            <a:r>
              <a:rPr lang="es-ES" dirty="0" err="1"/>
              <a:t>Events</a:t>
            </a:r>
            <a:endParaRPr lang="es-ES"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29E7D8FA-CA18-BF29-5AE2-CA86F48DF0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4" name="Picture 2" descr="Dynamics 365 Business Central: OnValidate (Field) Trigger in Power Automate  (Trigger a flow when a field is modified) – Business events | Dynamics 365  Lab">
            <a:extLst>
              <a:ext uri="{FF2B5EF4-FFF2-40B4-BE49-F238E27FC236}">
                <a16:creationId xmlns:a16="http://schemas.microsoft.com/office/drawing/2014/main" id="{DE3B149F-21D3-1D66-9850-DE8FED08B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50" y="1435885"/>
            <a:ext cx="5839700" cy="338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23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2380E69F-878A-B63E-4BFA-49EBE6B8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BBCED13F-D525-DFD7-DA4C-ED8818EB99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 err="1"/>
              <a:t>Power</a:t>
            </a:r>
            <a:r>
              <a:rPr lang="es-ES" dirty="0"/>
              <a:t> </a:t>
            </a:r>
            <a:r>
              <a:rPr lang="es-ES" dirty="0" err="1"/>
              <a:t>Platform</a:t>
            </a:r>
            <a:r>
              <a:rPr lang="es-ES" dirty="0"/>
              <a:t> </a:t>
            </a:r>
            <a:r>
              <a:rPr lang="es-ES" dirty="0" err="1"/>
              <a:t>Connector</a:t>
            </a:r>
            <a:endParaRPr lang="es-ES"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8CC7261A-D476-2635-1946-D2DE660F6F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3C121D-BA3F-DA64-AB62-66EBCD2AE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5" y="1988128"/>
            <a:ext cx="6608545" cy="245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2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86C209A3-3A98-D88C-DD7F-2E730C54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1DBF2F74-7E40-5299-E1D4-24F2B1B96F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4911436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Virtual Tables</a:t>
            </a:r>
            <a:endParaRPr lang="es-ES"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2A20041C-324F-D8C5-2C16-D936CB77B0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8F602B-1D60-FCBE-AAED-506FAC351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6" y="2370081"/>
            <a:ext cx="6902762" cy="257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4EAEE478-4603-8EE2-6737-5CCF638F1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8C2F49E5-BF42-3FA7-91D4-DCDED37015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4911436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b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Default synchronization (using job queue entries)</a:t>
            </a:r>
            <a:endParaRPr lang="es-ES"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1F259664-0931-C843-7A76-BCC8F70CC8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7C9B1-CD6B-B2AC-9C85-F9422C224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79" y="1608326"/>
            <a:ext cx="4215721" cy="26100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52155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98B0D7DF-C7E2-D559-3DB5-87BEF868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3A0DC30F-27CF-4C9D-0D5A-8021E7A5475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799" y="2123600"/>
            <a:ext cx="4738255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1. </a:t>
            </a:r>
            <a:r>
              <a:rPr lang="en-US" dirty="0"/>
              <a:t>Copilot Agents &amp; Skills al </a:t>
            </a:r>
            <a:r>
              <a:rPr lang="en-US" dirty="0" err="1"/>
              <a:t>rescate</a:t>
            </a:r>
            <a:endParaRPr dirty="0"/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CBDF1A0C-9E1E-C6A7-DF22-7AD3D8C6B9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 IA que multiplica tus capacidades!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067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>
          <a:extLst>
            <a:ext uri="{FF2B5EF4-FFF2-40B4-BE49-F238E27FC236}">
              <a16:creationId xmlns:a16="http://schemas.microsoft.com/office/drawing/2014/main" id="{3E3B911B-B8FE-90C8-4192-8468B0FC5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>
            <a:extLst>
              <a:ext uri="{FF2B5EF4-FFF2-40B4-BE49-F238E27FC236}">
                <a16:creationId xmlns:a16="http://schemas.microsoft.com/office/drawing/2014/main" id="{06FE80E7-6AB1-D722-1DC5-EAB44EEDA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Github Copilot Agents &amp; Skills</a:t>
            </a:r>
            <a:endParaRPr dirty="0"/>
          </a:p>
        </p:txBody>
      </p:sp>
      <p:sp>
        <p:nvSpPr>
          <p:cNvPr id="252" name="Google Shape;252;p25">
            <a:extLst>
              <a:ext uri="{FF2B5EF4-FFF2-40B4-BE49-F238E27FC236}">
                <a16:creationId xmlns:a16="http://schemas.microsoft.com/office/drawing/2014/main" id="{9247A2C1-3622-31F4-419A-1E583350E9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D4614-C0FF-9B18-58C4-A18BDDFFECA5}"/>
              </a:ext>
            </a:extLst>
          </p:cNvPr>
          <p:cNvSpPr txBox="1"/>
          <p:nvPr/>
        </p:nvSpPr>
        <p:spPr>
          <a:xfrm>
            <a:off x="64387" y="1576256"/>
            <a:ext cx="4463223" cy="1027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GitHub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Copilot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Agents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es una evolución avanzada del asistente de IA que opera como un colaborador autónomo e inteligente, capaz de gestionar tareas complejas de desarrollo de múltiples pasos directamente en el editor (como VS </a:t>
            </a:r>
            <a:r>
              <a:rPr lang="es-E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Code</a:t>
            </a:r>
            <a:r>
              <a:rPr lang="es-E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  <a:endParaRPr lang="en-GB" sz="12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0" name="Picture 2" descr="GitHub Copilot · Your AI pair ...">
            <a:extLst>
              <a:ext uri="{FF2B5EF4-FFF2-40B4-BE49-F238E27FC236}">
                <a16:creationId xmlns:a16="http://schemas.microsoft.com/office/drawing/2014/main" id="{038BB842-E748-EB26-C32F-91CE50790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2668299"/>
            <a:ext cx="2952750" cy="1552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itHub Copilot now supports Agent Skills - GitHub Changelog">
            <a:extLst>
              <a:ext uri="{FF2B5EF4-FFF2-40B4-BE49-F238E27FC236}">
                <a16:creationId xmlns:a16="http://schemas.microsoft.com/office/drawing/2014/main" id="{A28FD5DC-9599-5E0A-6BFC-5FF0F0939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78" y="3083785"/>
            <a:ext cx="4356432" cy="19672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L Development Collection">
            <a:extLst>
              <a:ext uri="{FF2B5EF4-FFF2-40B4-BE49-F238E27FC236}">
                <a16:creationId xmlns:a16="http://schemas.microsoft.com/office/drawing/2014/main" id="{79E35869-B8F5-11B0-1CE5-FCBB9C99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564" y="1427316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L Language extension for Microsoft Dynamics 365 Business Central">
            <a:extLst>
              <a:ext uri="{FF2B5EF4-FFF2-40B4-BE49-F238E27FC236}">
                <a16:creationId xmlns:a16="http://schemas.microsoft.com/office/drawing/2014/main" id="{42A2D264-FC84-FF93-A2D4-8A043ABC0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2057" y="1331687"/>
            <a:ext cx="1315749" cy="1315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lus Sign 4">
            <a:extLst>
              <a:ext uri="{FF2B5EF4-FFF2-40B4-BE49-F238E27FC236}">
                <a16:creationId xmlns:a16="http://schemas.microsoft.com/office/drawing/2014/main" id="{DD0C6B08-9646-C516-15E8-C10438A6C6C3}"/>
              </a:ext>
            </a:extLst>
          </p:cNvPr>
          <p:cNvSpPr/>
          <p:nvPr/>
        </p:nvSpPr>
        <p:spPr>
          <a:xfrm>
            <a:off x="5977806" y="1709006"/>
            <a:ext cx="540758" cy="561109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6654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EBEECF6F-4418-5E55-25F2-925553351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1F039F50-6AE6-74D9-2A25-584BB88ADF6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2123600"/>
            <a:ext cx="4566300" cy="470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1. </a:t>
            </a:r>
            <a:r>
              <a:rPr lang="es-ES" dirty="0"/>
              <a:t>Conclusiones</a:t>
            </a:r>
            <a:endParaRPr dirty="0"/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FFE5F79D-D011-A428-B264-89AABD1C40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2691077"/>
            <a:ext cx="4566300" cy="327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Let’s start with the first set of slides</a:t>
            </a:r>
            <a:endParaRPr dirty="0"/>
          </a:p>
        </p:txBody>
      </p:sp>
      <p:grpSp>
        <p:nvGrpSpPr>
          <p:cNvPr id="2" name="Google Shape;1063;p50">
            <a:extLst>
              <a:ext uri="{FF2B5EF4-FFF2-40B4-BE49-F238E27FC236}">
                <a16:creationId xmlns:a16="http://schemas.microsoft.com/office/drawing/2014/main" id="{A03061D1-6C77-2F4F-DA29-349245F9814A}"/>
              </a:ext>
            </a:extLst>
          </p:cNvPr>
          <p:cNvGrpSpPr/>
          <p:nvPr/>
        </p:nvGrpSpPr>
        <p:grpSpPr>
          <a:xfrm>
            <a:off x="4140808" y="1741844"/>
            <a:ext cx="862384" cy="852456"/>
            <a:chOff x="2554206" y="1011105"/>
            <a:chExt cx="613055" cy="720187"/>
          </a:xfrm>
        </p:grpSpPr>
        <p:sp>
          <p:nvSpPr>
            <p:cNvPr id="3" name="Google Shape;1064;p50">
              <a:extLst>
                <a:ext uri="{FF2B5EF4-FFF2-40B4-BE49-F238E27FC236}">
                  <a16:creationId xmlns:a16="http://schemas.microsoft.com/office/drawing/2014/main" id="{2158EF72-1A8E-C85B-FFD3-D6EE1B1045C9}"/>
                </a:ext>
              </a:extLst>
            </p:cNvPr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1065;p50">
              <a:extLst>
                <a:ext uri="{FF2B5EF4-FFF2-40B4-BE49-F238E27FC236}">
                  <a16:creationId xmlns:a16="http://schemas.microsoft.com/office/drawing/2014/main" id="{DEC2EA85-158F-7851-B286-C802936B3EAF}"/>
                </a:ext>
              </a:extLst>
            </p:cNvPr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066;p50">
              <a:extLst>
                <a:ext uri="{FF2B5EF4-FFF2-40B4-BE49-F238E27FC236}">
                  <a16:creationId xmlns:a16="http://schemas.microsoft.com/office/drawing/2014/main" id="{1F7722C7-47C9-0D48-8524-5F45D13B1C99}"/>
                </a:ext>
              </a:extLst>
            </p:cNvPr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544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457200" y="594425"/>
            <a:ext cx="5215200" cy="7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sp>
        <p:nvSpPr>
          <p:cNvPr id="311" name="Google Shape;311;p3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312" name="Google Shape;312;p30"/>
          <p:cNvGrpSpPr/>
          <p:nvPr/>
        </p:nvGrpSpPr>
        <p:grpSpPr>
          <a:xfrm>
            <a:off x="210574" y="2661262"/>
            <a:ext cx="3116238" cy="1328806"/>
            <a:chOff x="1047099" y="2250687"/>
            <a:chExt cx="3116238" cy="1328806"/>
          </a:xfrm>
        </p:grpSpPr>
        <p:sp>
          <p:nvSpPr>
            <p:cNvPr id="313" name="Google Shape;313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2"/>
                  </a:solidFill>
                  <a:latin typeface="Kulim Park"/>
                  <a:ea typeface="Kulim Park"/>
                  <a:cs typeface="Kulim Park"/>
                  <a:sym typeface="Kulim Park"/>
                </a:rPr>
                <a:t>1</a:t>
              </a:r>
              <a:endParaRPr sz="1200" b="1">
                <a:solidFill>
                  <a:schemeClr val="accent2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5" name="Google Shape;315;p30"/>
            <p:cNvSpPr txBox="1"/>
            <p:nvPr/>
          </p:nvSpPr>
          <p:spPr>
            <a:xfrm rot="18900000">
              <a:off x="1574232" y="2417190"/>
              <a:ext cx="1835259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No temas ni ignores Github Copilot.</a:t>
              </a:r>
              <a:endParaRPr sz="800" b="1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16" name="Google Shape;316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Debes de comenzar a usar Github Copilot, no con un enfoque de “vibe coding”, sino como un framework de ingenieria de desarrollo</a:t>
              </a:r>
              <a:endParaRPr sz="800" b="1" dirty="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17" name="Google Shape;317;p30"/>
          <p:cNvGrpSpPr/>
          <p:nvPr/>
        </p:nvGrpSpPr>
        <p:grpSpPr>
          <a:xfrm>
            <a:off x="2367433" y="1668625"/>
            <a:ext cx="2726286" cy="2547000"/>
            <a:chOff x="3203958" y="1258050"/>
            <a:chExt cx="2726286" cy="2547000"/>
          </a:xfrm>
        </p:grpSpPr>
        <p:sp>
          <p:nvSpPr>
            <p:cNvPr id="318" name="Google Shape;318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3"/>
                  </a:solidFill>
                  <a:latin typeface="Kulim Park"/>
                  <a:ea typeface="Kulim Park"/>
                  <a:cs typeface="Kulim Park"/>
                  <a:sym typeface="Kulim Park"/>
                </a:rPr>
                <a:t>2</a:t>
              </a:r>
              <a:endParaRPr sz="1200" b="1">
                <a:solidFill>
                  <a:schemeClr val="accent3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0" name="Google Shape;320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Dedica tiempo a formarte</a:t>
              </a:r>
              <a:endParaRPr sz="800" b="1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1" name="Google Shape;321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Prueba y se autodidacta, no esperes a que te formen otros. Es un nuevo paradigma de desarrollo que no todos conocemos bien.</a:t>
              </a:r>
              <a:endParaRPr sz="800" b="1" dirty="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  <p:grpSp>
        <p:nvGrpSpPr>
          <p:cNvPr id="322" name="Google Shape;322;p30"/>
          <p:cNvGrpSpPr/>
          <p:nvPr/>
        </p:nvGrpSpPr>
        <p:grpSpPr>
          <a:xfrm>
            <a:off x="4040814" y="2661262"/>
            <a:ext cx="3040276" cy="1328806"/>
            <a:chOff x="4877339" y="2250687"/>
            <a:chExt cx="3040276" cy="1328806"/>
          </a:xfrm>
        </p:grpSpPr>
        <p:sp>
          <p:nvSpPr>
            <p:cNvPr id="323" name="Google Shape;323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chemeClr val="dk1">
                  <a:alpha val="549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chemeClr val="accent4"/>
                  </a:solidFill>
                  <a:latin typeface="Kulim Park"/>
                  <a:ea typeface="Kulim Park"/>
                  <a:cs typeface="Kulim Park"/>
                  <a:sym typeface="Kulim Park"/>
                </a:rPr>
                <a:t>3</a:t>
              </a:r>
              <a:endParaRPr sz="1200" b="1">
                <a:solidFill>
                  <a:schemeClr val="accent4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5" name="Google Shape;325;p30"/>
            <p:cNvSpPr txBox="1"/>
            <p:nvPr/>
          </p:nvSpPr>
          <p:spPr>
            <a:xfrm rot="18900000">
              <a:off x="5405787" y="2435726"/>
              <a:ext cx="1782832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Se practico y prueba sin miedo</a:t>
              </a:r>
              <a:endParaRPr sz="800" b="1" dirty="0">
                <a:solidFill>
                  <a:schemeClr val="lt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  <p:sp>
          <p:nvSpPr>
            <p:cNvPr id="326" name="Google Shape;326;p30"/>
            <p:cNvSpPr txBox="1"/>
            <p:nvPr/>
          </p:nvSpPr>
          <p:spPr>
            <a:xfrm rot="18900000">
              <a:off x="5864515" y="2730715"/>
              <a:ext cx="1694459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dk1"/>
                  </a:solidFill>
                  <a:latin typeface="Kulim Park"/>
                  <a:ea typeface="Kulim Park"/>
                  <a:cs typeface="Kulim Park"/>
                  <a:sym typeface="Kulim Park"/>
                </a:rPr>
                <a:t>Usa agentes personalizados, skills y frameworks que te funcionen pero invierte tiempo en ajustar tu framework para sentirte comodo </a:t>
              </a:r>
              <a:endParaRPr sz="800" dirty="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 txBox="1">
            <a:spLocks noGrp="1"/>
          </p:cNvSpPr>
          <p:nvPr>
            <p:ph type="ctrTitle" idx="4294967295"/>
          </p:nvPr>
        </p:nvSpPr>
        <p:spPr>
          <a:xfrm>
            <a:off x="2140050" y="1965325"/>
            <a:ext cx="4863900" cy="768900"/>
          </a:xfrm>
          <a:prstGeom prst="rect">
            <a:avLst/>
          </a:prstGeom>
          <a:effectLst>
            <a:outerShdw blurRad="257175" dist="76200" dir="5400000" algn="bl" rotWithShape="0">
              <a:schemeClr val="dk1">
                <a:alpha val="64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</a:rPr>
              <a:t>Thanks!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404" name="Google Shape;404;p36"/>
          <p:cNvSpPr txBox="1">
            <a:spLocks noGrp="1"/>
          </p:cNvSpPr>
          <p:nvPr>
            <p:ph type="body" idx="4294967295"/>
          </p:nvPr>
        </p:nvSpPr>
        <p:spPr>
          <a:xfrm>
            <a:off x="2140050" y="2714375"/>
            <a:ext cx="4863900" cy="10734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accent5"/>
                </a:solidFill>
                <a:latin typeface="Kulim Park"/>
                <a:ea typeface="Kulim Park"/>
                <a:cs typeface="Kulim Park"/>
                <a:sym typeface="Kulim Park"/>
              </a:rPr>
              <a:t>Any questions?</a:t>
            </a:r>
            <a:endParaRPr sz="2400" b="1" dirty="0">
              <a:solidFill>
                <a:schemeClr val="accent5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5" name="Google Shape;4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406" name="Google Shape;406;p36"/>
          <p:cNvSpPr/>
          <p:nvPr/>
        </p:nvSpPr>
        <p:spPr>
          <a:xfrm>
            <a:off x="4213974" y="1183225"/>
            <a:ext cx="716103" cy="642884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  <a:effectLst>
            <a:outerShdw blurRad="300038" dist="95250" dir="5400000" algn="bl" rotWithShape="0">
              <a:schemeClr val="dk1">
                <a:alpha val="6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2" name="Imagen 2">
            <a:extLst>
              <a:ext uri="{FF2B5EF4-FFF2-40B4-BE49-F238E27FC236}">
                <a16:creationId xmlns:a16="http://schemas.microsoft.com/office/drawing/2014/main" id="{40C35AA1-B325-E7B7-A3C4-0D23EAE7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028" y="3162289"/>
            <a:ext cx="1250972" cy="12509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olumnia template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7f3188-5193-49c7-9300-0a9279fb5830">
      <Terms xmlns="http://schemas.microsoft.com/office/infopath/2007/PartnerControls"/>
    </lcf76f155ced4ddcb4097134ff3c332f>
    <TaxCatchAll xmlns="f2756c42-15b8-457e-b7d9-80e17525ffb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B22F68F438E342AE6EC5EB971A7342" ma:contentTypeVersion="11" ma:contentTypeDescription="Create a new document." ma:contentTypeScope="" ma:versionID="ab44b5a624c148bf4e274c0c7655c205">
  <xsd:schema xmlns:xsd="http://www.w3.org/2001/XMLSchema" xmlns:xs="http://www.w3.org/2001/XMLSchema" xmlns:p="http://schemas.microsoft.com/office/2006/metadata/properties" xmlns:ns2="df7f3188-5193-49c7-9300-0a9279fb5830" xmlns:ns3="f2756c42-15b8-457e-b7d9-80e17525ffb9" targetNamespace="http://schemas.microsoft.com/office/2006/metadata/properties" ma:root="true" ma:fieldsID="7c6171565818b39ef6b25cb4412b1afd" ns2:_="" ns3:_="">
    <xsd:import namespace="df7f3188-5193-49c7-9300-0a9279fb5830"/>
    <xsd:import namespace="f2756c42-15b8-457e-b7d9-80e17525ff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f3188-5193-49c7-9300-0a9279fb58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2a542da-14db-4b39-82e3-124cc25a3d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756c42-15b8-457e-b7d9-80e17525ffb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a1819e9-3192-456a-9ecc-cd9a987821e0}" ma:internalName="TaxCatchAll" ma:showField="CatchAllData" ma:web="f2756c42-15b8-457e-b7d9-80e17525ff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744A61-9864-47B8-9D2E-1347EAE7FD96}">
  <ds:schemaRefs>
    <ds:schemaRef ds:uri="http://schemas.microsoft.com/office/2006/metadata/properties"/>
    <ds:schemaRef ds:uri="http://schemas.microsoft.com/office/infopath/2007/PartnerControls"/>
    <ds:schemaRef ds:uri="df7f3188-5193-49c7-9300-0a9279fb5830"/>
    <ds:schemaRef ds:uri="f2756c42-15b8-457e-b7d9-80e17525ffb9"/>
  </ds:schemaRefs>
</ds:datastoreItem>
</file>

<file path=customXml/itemProps2.xml><?xml version="1.0" encoding="utf-8"?>
<ds:datastoreItem xmlns:ds="http://schemas.openxmlformats.org/officeDocument/2006/customXml" ds:itemID="{DE633ACD-7EF8-484D-90F4-5784C58BEF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6E4B1B-5AD3-4295-A47E-C3A66E006A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7f3188-5193-49c7-9300-0a9279fb5830"/>
    <ds:schemaRef ds:uri="f2756c42-15b8-457e-b7d9-80e17525ff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1905</TotalTime>
  <Words>408</Words>
  <Application>Microsoft Office PowerPoint</Application>
  <PresentationFormat>On-screen Show (16:9)</PresentationFormat>
  <Paragraphs>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Segoe UI</vt:lpstr>
      <vt:lpstr>Jumble</vt:lpstr>
      <vt:lpstr>Arial</vt:lpstr>
      <vt:lpstr>Kulim Park</vt:lpstr>
      <vt:lpstr>Kulim Park Light</vt:lpstr>
      <vt:lpstr>Calibri</vt:lpstr>
      <vt:lpstr>Volumnia template</vt:lpstr>
      <vt:lpstr>TENERIFE WINTER Sessions  Agentes al Rescate: Extendiendo la Integración Business Central–Dataverse con </vt:lpstr>
      <vt:lpstr>NUESTROS PATROCINADORES</vt:lpstr>
      <vt:lpstr>Hello There!</vt:lpstr>
      <vt:lpstr>Hello There!</vt:lpstr>
      <vt:lpstr>Agenda</vt:lpstr>
      <vt:lpstr>1. Introducción a BC y Power Platform</vt:lpstr>
      <vt:lpstr>Microsoft Dynamics 365 Business Central</vt:lpstr>
      <vt:lpstr>Microsoft Power Platform</vt:lpstr>
      <vt:lpstr>1. Conociendo la integración BC-Dataverse</vt:lpstr>
      <vt:lpstr>Business Events</vt:lpstr>
      <vt:lpstr>Power Platform Connector</vt:lpstr>
      <vt:lpstr> Virtual Tables</vt:lpstr>
      <vt:lpstr> Default synchronization (using job queue entries)</vt:lpstr>
      <vt:lpstr>1. Copilot Agents &amp; Skills al rescate</vt:lpstr>
      <vt:lpstr>Github Copilot Agents &amp; Skills</vt:lpstr>
      <vt:lpstr>1. Conclusiones</vt:lpstr>
      <vt:lpstr>Conclusiones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SharePoint Saturday Live  2021</dc:title>
  <dc:creator>PC</dc:creator>
  <cp:lastModifiedBy>Fernando Artigas</cp:lastModifiedBy>
  <cp:revision>20</cp:revision>
  <dcterms:modified xsi:type="dcterms:W3CDTF">2026-02-01T22:57:19Z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0x0101008AB22F68F438E342AE6EC5EB971A7342</vt:lpwstr>
  </property>
</Properties>
</file>